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15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Masters/slideMaster19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258.xml" ContentType="application/vnd.openxmlformats-officedocument.presentationml.slideLayout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18.xml" ContentType="application/vnd.openxmlformats-officedocument.theme+xml"/>
  <Override PartName="/ppt/slideLayouts/slideLayout247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02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Layouts/slideLayout225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50.xml" ContentType="application/vnd.openxmlformats-officedocument.presentationml.slideLayout+xml"/>
  <Override PartName="/ppt/theme/theme21.xml" ContentType="application/vnd.openxmlformats-officedocument.theme+xml"/>
  <Override PartName="/ppt/slideLayouts/slideLayout261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Layouts/slideLayout187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90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slideMaster16.xml" ContentType="application/vnd.openxmlformats-officedocument.presentationml.slideMaster+xml"/>
  <Override PartName="/ppt/slideLayouts/slideLayout32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219.xml" ContentType="application/vnd.openxmlformats-officedocument.presentationml.slideLayout+xml"/>
  <Override PartName="/docProps/app.xml" ContentType="application/vnd.openxmlformats-officedocument.extended-properties+xml"/>
  <Override PartName="/ppt/slideLayouts/slideLayout2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5.xml" ContentType="application/vnd.openxmlformats-officedocument.theme+xml"/>
  <Override PartName="/ppt/slideLayouts/slideLayout23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Layouts/slideLayout20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23.xml" ContentType="application/vnd.openxmlformats-officedocument.theme+xml"/>
  <Override PartName="/ppt/slideLayouts/slideLayout89.xml" ContentType="application/vnd.openxmlformats-officedocument.presentationml.slideLayout+xml"/>
  <Override PartName="/ppt/theme/theme12.xml" ContentType="application/vnd.openxmlformats-officedocument.theme+xml"/>
  <Override PartName="/ppt/slideLayouts/slideLayout189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Masters/slideMaster18.xml" ContentType="application/vnd.openxmlformats-officedocument.presentationml.slideMaster+xml"/>
  <Default Extension="jpeg" ContentType="image/jpeg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7.xml" ContentType="application/vnd.openxmlformats-officedocument.theme+xml"/>
  <Override PartName="/ppt/slideLayouts/slideLayout217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Masters/slideMaster21.xml" ContentType="application/vnd.openxmlformats-officedocument.presentationml.slideMaster+xml"/>
  <Override PartName="/ppt/slideLayouts/slideLayout206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24.xml" ContentType="application/vnd.openxmlformats-officedocument.them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theme/theme13.xml" ContentType="application/vnd.openxmlformats-officedocument.theme+xml"/>
  <Override PartName="/ppt/slideLayouts/slideLayout179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theme/theme20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Masters/slideMaster15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54.xml" ContentType="application/vnd.openxmlformats-officedocument.presentationml.slideLayout+xml"/>
  <Override PartName="/ppt/theme/theme14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Masters/slideMaster4.xml" ContentType="application/vnd.openxmlformats-officedocument.presentationml.slideMaster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9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theme/theme19.xml" ContentType="application/vnd.openxmlformats-officedocument.theme+xml"/>
  <Override PartName="/ppt/slideLayouts/slideLayout248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215.xml" ContentType="application/vnd.openxmlformats-officedocument.presentationml.slideLayout+xml"/>
  <Default Extension="gif" ContentType="image/gif"/>
  <Override PartName="/ppt/slideLayouts/slideLayout99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22.xml" ContentType="application/vnd.openxmlformats-officedocument.theme+xml"/>
  <Override PartName="/ppt/handoutMasters/handoutMaster1.xml" ContentType="application/vnd.openxmlformats-officedocument.presentationml.handoutMaster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240.xml" ContentType="application/vnd.openxmlformats-officedocument.presentationml.slide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91.xml" ContentType="application/vnd.openxmlformats-officedocument.presentationml.slideLayout+xml"/>
  <Default Extension="rels" ContentType="application/vnd.openxmlformats-package.relationships+xml"/>
  <Override PartName="/ppt/slideMasters/slideMaster17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6.xml" ContentType="application/vnd.openxmlformats-officedocument.theme+xml"/>
  <Override PartName="/ppt/slideLayouts/slideLayout245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20.xml" ContentType="application/vnd.openxmlformats-officedocument.presentationml.slideMaster+xml"/>
  <Override PartName="/ppt/theme/theme8.xml" ContentType="application/vnd.openxmlformats-officedocument.theme+xml"/>
  <Override PartName="/ppt/slideLayouts/slideLayout22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727" r:id="rId2"/>
    <p:sldMasterId id="2147484335" r:id="rId3"/>
    <p:sldMasterId id="2147484347" r:id="rId4"/>
    <p:sldMasterId id="2147484372" r:id="rId5"/>
    <p:sldMasterId id="2147486275" r:id="rId6"/>
    <p:sldMasterId id="2147486311" r:id="rId7"/>
    <p:sldMasterId id="2147487323" r:id="rId8"/>
    <p:sldMasterId id="2147488118" r:id="rId9"/>
    <p:sldMasterId id="2147488142" r:id="rId10"/>
    <p:sldMasterId id="2147493295" r:id="rId11"/>
    <p:sldMasterId id="2147493310" r:id="rId12"/>
    <p:sldMasterId id="2147493322" r:id="rId13"/>
    <p:sldMasterId id="2147493352" r:id="rId14"/>
    <p:sldMasterId id="2147493364" r:id="rId15"/>
    <p:sldMasterId id="2147502074" r:id="rId16"/>
    <p:sldMasterId id="2147502373" r:id="rId17"/>
    <p:sldMasterId id="2147502386" r:id="rId18"/>
    <p:sldMasterId id="2147502399" r:id="rId19"/>
    <p:sldMasterId id="2147502412" r:id="rId20"/>
    <p:sldMasterId id="2147502450" r:id="rId21"/>
    <p:sldMasterId id="2147502487" r:id="rId22"/>
  </p:sldMasterIdLst>
  <p:notesMasterIdLst>
    <p:notesMasterId r:id="rId30"/>
  </p:notesMasterIdLst>
  <p:handoutMasterIdLst>
    <p:handoutMasterId r:id="rId31"/>
  </p:handoutMasterIdLst>
  <p:sldIdLst>
    <p:sldId id="2852" r:id="rId23"/>
    <p:sldId id="2920" r:id="rId24"/>
    <p:sldId id="2921" r:id="rId25"/>
    <p:sldId id="2923" r:id="rId26"/>
    <p:sldId id="2924" r:id="rId27"/>
    <p:sldId id="2926" r:id="rId28"/>
    <p:sldId id="2853" r:id="rId29"/>
  </p:sldIdLst>
  <p:sldSz cx="9144000" cy="6858000" type="screen4x3"/>
  <p:notesSz cx="9144000" cy="6858000"/>
  <p:custShowLst>
    <p:custShow name="自定义放映 1" id="0">
      <p:sldLst/>
    </p:custShow>
  </p:custShow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C000"/>
    <a:srgbClr val="00B0F0"/>
    <a:srgbClr val="BFBFBF"/>
    <a:srgbClr val="0000FF"/>
    <a:srgbClr val="CC66FF"/>
    <a:srgbClr val="F2CFF3"/>
    <a:srgbClr val="990099"/>
    <a:srgbClr val="FF33CC"/>
    <a:srgbClr val="FF00FF"/>
    <a:srgbClr val="00CC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912" autoAdjust="0"/>
    <p:restoredTop sz="95918" autoAdjust="0"/>
  </p:normalViewPr>
  <p:slideViewPr>
    <p:cSldViewPr>
      <p:cViewPr varScale="1">
        <p:scale>
          <a:sx n="67" d="100"/>
          <a:sy n="67" d="100"/>
        </p:scale>
        <p:origin x="-142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058" y="-102"/>
      </p:cViewPr>
      <p:guideLst>
        <p:guide orient="horz" pos="2160"/>
        <p:guide pos="288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2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0"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0"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77588AA-B9A6-4CB9-899F-6D9D254448F8}" type="datetimeFigureOut">
              <a:rPr lang="zh-CN" altLang="en-US"/>
              <a:pPr>
                <a:defRPr/>
              </a:pPr>
              <a:t>2016/5/31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0"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Prepared by Kelvin Tu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0"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C04B39A-A389-49A1-9BF9-944D75DD6D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59196952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0E5A1CD-AEAB-42C6-85AD-18C3B0458F52}" type="datetimeFigureOut">
              <a:rPr lang="zh-CN" altLang="en-US"/>
              <a:pPr>
                <a:defRPr/>
              </a:pPr>
              <a:t>2016/5/31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Prepared by Kelvin Tu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15BFDEE-D027-4BA0-917F-98872E2D0F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417625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9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9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latin typeface="+mn-lt"/>
                <a:ea typeface="+mn-ea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TW" altLang="en-US"/>
              <a:t>提案人</a:t>
            </a:r>
            <a:r>
              <a:rPr lang="en-US" altLang="zh-TW"/>
              <a:t>&amp;</a:t>
            </a:r>
            <a:r>
              <a:rPr lang="zh-TW" altLang="en-US"/>
              <a:t>日期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TW" altLang="en-US"/>
              <a:t>香港機場及上海機場燈箱提案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ea typeface="新細明體" pitchFamily="18" charset="-120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TW" altLang="en-US"/>
              <a:t>提案人</a:t>
            </a:r>
            <a:r>
              <a:rPr lang="en-US" altLang="zh-TW"/>
              <a:t>&amp;</a:t>
            </a:r>
            <a:r>
              <a:rPr lang="zh-TW" altLang="en-US"/>
              <a:t>日期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TW" altLang="en-US"/>
              <a:t>香港機場及上海機場燈箱提案</a:t>
            </a:r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latin typeface="Arial"/>
                <a:ea typeface="新細明體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TW" altLang="en-US"/>
              <a:t>提案人</a:t>
            </a:r>
            <a:r>
              <a:rPr lang="en-US" altLang="zh-TW"/>
              <a:t>&amp;</a:t>
            </a:r>
            <a:r>
              <a:rPr lang="zh-TW" altLang="en-US"/>
              <a:t>日期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TW" altLang="en-US"/>
              <a:t>香港機場及上海機場燈箱提案</a:t>
            </a:r>
          </a:p>
        </p:txBody>
      </p:sp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ea typeface="新細明體" pitchFamily="18" charset="-120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TW" altLang="en-US"/>
              <a:t>提案人</a:t>
            </a:r>
            <a:r>
              <a:rPr lang="en-US" altLang="zh-TW"/>
              <a:t>&amp;</a:t>
            </a:r>
            <a:r>
              <a:rPr lang="zh-TW" altLang="en-US"/>
              <a:t>日期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TW" altLang="en-US"/>
              <a:t>香港機場及上海機場燈箱提案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>
    <p:cover dir="r"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ea typeface="新細明體" pitchFamily="18" charset="-120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TW" altLang="en-US"/>
              <a:t>提案人</a:t>
            </a:r>
            <a:r>
              <a:rPr lang="en-US" altLang="zh-TW"/>
              <a:t>&amp;</a:t>
            </a:r>
            <a:r>
              <a:rPr lang="zh-TW" altLang="en-US"/>
              <a:t>日期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TW" altLang="en-US"/>
              <a:t>香港機場及上海機場燈箱提案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>
    <p:cover dir="r"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over dir="r"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orp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188" y="6237288"/>
            <a:ext cx="1103312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53313" y="65976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TW" sz="1000" b="1" dirty="0">
                <a:solidFill>
                  <a:srgbClr val="000000"/>
                </a:solidFill>
                <a:latin typeface="Arial"/>
                <a:ea typeface="新細明體"/>
              </a:rPr>
              <a:t>World Peace Group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619125" y="3213100"/>
            <a:ext cx="6400800" cy="1752600"/>
          </a:xfrm>
        </p:spPr>
        <p:txBody>
          <a:bodyPr/>
          <a:lstStyle>
            <a:lvl1pPr marL="0" indent="0">
              <a:buFontTx/>
              <a:buNone/>
              <a:defRPr kumimoji="0" b="1"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TW" altLang="en-US"/>
              <a:t>提案人</a:t>
            </a:r>
            <a:r>
              <a:rPr lang="en-US" altLang="zh-TW"/>
              <a:t>&amp;</a:t>
            </a:r>
            <a:r>
              <a:rPr lang="zh-TW" altLang="en-US"/>
              <a:t>日期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9750" y="1628775"/>
            <a:ext cx="7772400" cy="1470025"/>
          </a:xfrm>
        </p:spPr>
        <p:txBody>
          <a:bodyPr/>
          <a:lstStyle>
            <a:lvl1pPr>
              <a:defRPr b="0"/>
            </a:lvl1pPr>
          </a:lstStyle>
          <a:p>
            <a:r>
              <a:rPr lang="zh-TW" altLang="en-US"/>
              <a:t>香港機場及上海機場燈箱提案</a:t>
            </a:r>
          </a:p>
        </p:txBody>
      </p:sp>
    </p:spTree>
  </p:cSld>
  <p:clrMapOvr>
    <a:masterClrMapping/>
  </p:clrMapOvr>
  <p:transition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550" y="838200"/>
            <a:ext cx="4044950" cy="5399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4625" y="0"/>
            <a:ext cx="2174875" cy="62372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72225" cy="62372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0"/>
            <a:ext cx="8699500" cy="623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38200"/>
            <a:ext cx="4044950" cy="5399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54550" y="838200"/>
            <a:ext cx="4044950" cy="26225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54550" y="3613150"/>
            <a:ext cx="4044950" cy="26241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838200"/>
            <a:ext cx="8242300" cy="5399088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2B14A-B38C-4121-9E13-87EBAFD687C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2B14A-B38C-4121-9E13-87EBAFD687C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276872"/>
            <a:ext cx="7772400" cy="1323578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3568" y="3692624"/>
            <a:ext cx="6400800" cy="672480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2016/5/31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14602571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>
                <a:latin typeface="+mj-lt"/>
                <a:ea typeface="+mj-ea"/>
              </a:defRPr>
            </a:lvl1pPr>
            <a:lvl2pPr>
              <a:defRPr>
                <a:latin typeface="+mj-lt"/>
                <a:ea typeface="+mj-ea"/>
              </a:defRPr>
            </a:lvl2pPr>
            <a:lvl3pPr>
              <a:defRPr>
                <a:latin typeface="+mj-lt"/>
                <a:ea typeface="+mj-ea"/>
              </a:defRPr>
            </a:lvl3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2016/5/31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76840943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2016/5/31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75785885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>
                <a:latin typeface="+mj-lt"/>
                <a:ea typeface="+mj-ea"/>
              </a:defRPr>
            </a:lvl1pPr>
            <a:lvl2pPr>
              <a:defRPr sz="1600">
                <a:latin typeface="+mj-lt"/>
                <a:ea typeface="+mj-ea"/>
              </a:defRPr>
            </a:lvl2pPr>
            <a:lvl3pPr>
              <a:defRPr sz="1400">
                <a:latin typeface="+mj-lt"/>
                <a:ea typeface="+mj-ea"/>
              </a:defRPr>
            </a:lvl3pPr>
            <a:lvl4pPr>
              <a:defRPr sz="1800">
                <a:latin typeface="+mj-ea"/>
                <a:ea typeface="+mj-ea"/>
              </a:defRPr>
            </a:lvl4pPr>
            <a:lvl5pPr>
              <a:defRPr sz="1800">
                <a:latin typeface="+mj-ea"/>
                <a:ea typeface="+mj-ea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>
                <a:latin typeface="+mj-lt"/>
                <a:ea typeface="+mj-ea"/>
              </a:defRPr>
            </a:lvl1pPr>
            <a:lvl2pPr>
              <a:defRPr sz="1600">
                <a:latin typeface="+mj-lt"/>
                <a:ea typeface="+mj-ea"/>
              </a:defRPr>
            </a:lvl2pPr>
            <a:lvl3pPr>
              <a:defRPr sz="1400">
                <a:latin typeface="+mj-lt"/>
                <a:ea typeface="+mj-ea"/>
              </a:defRPr>
            </a:lvl3pPr>
            <a:lvl4pPr>
              <a:defRPr sz="1800">
                <a:latin typeface="+mj-ea"/>
                <a:ea typeface="+mj-ea"/>
              </a:defRPr>
            </a:lvl4pPr>
            <a:lvl5pPr>
              <a:defRPr sz="1800">
                <a:latin typeface="+mj-ea"/>
                <a:ea typeface="+mj-ea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2016/5/31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9051225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000">
                <a:latin typeface="+mj-lt"/>
              </a:defRPr>
            </a:lvl1pPr>
            <a:lvl2pPr>
              <a:defRPr sz="16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000">
                <a:latin typeface="+mj-lt"/>
              </a:defRPr>
            </a:lvl1pPr>
            <a:lvl2pPr>
              <a:defRPr sz="16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2016/5/31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84879856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2016/5/31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1533098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2016/5/31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5039832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800" b="1"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000" b="1">
                <a:latin typeface="+mj-lt"/>
              </a:defRPr>
            </a:lvl1pPr>
            <a:lvl2pPr>
              <a:defRPr sz="16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2016/5/31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41843459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2016/5/31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52560222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1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2016/5/31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5791319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 b="1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9321CB0-E87A-4CB8-BED4-28D3D305165C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2016/5/31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6BD02AC-A17D-47B7-9495-BCBE20CED70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11468830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418D71-52A6-4735-9CA5-4FAD66FC013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AAD16-A857-4028-9486-D7E071043EE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2B8D4-38EF-4596-8903-73542B83069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A24AF-F13E-4A5F-93B5-08ABD703ACF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D9B4F-6108-449B-9D69-56F2132C243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DC3A5-5902-423A-884C-C619D89F737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56DB6-9700-4461-AACC-EABD245477AF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2B14A-B38C-4121-9E13-87EBAFD687C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E50D5-EC60-4BF4-A034-B8B2404197A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79990F-1A64-406F-AE1B-3157A609E71C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5DD60-F591-4291-85EF-3C27734F05B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D83775-3EAE-4752-A063-0B5DD2674E87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418D71-52A6-4735-9CA5-4FAD66FC013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AAD16-A857-4028-9486-D7E071043EE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2B8D4-38EF-4596-8903-73542B83069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A24AF-F13E-4A5F-93B5-08ABD703ACF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D9B4F-6108-449B-9D69-56F2132C243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DC3A5-5902-423A-884C-C619D89F737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56DB6-9700-4461-AACC-EABD245477AF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2B14A-B38C-4121-9E13-87EBAFD687C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E50D5-EC60-4BF4-A034-B8B2404197A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79990F-1A64-406F-AE1B-3157A609E71C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5DD60-F591-4291-85EF-3C27734F05B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D83775-3EAE-4752-A063-0B5DD2674E87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418D71-52A6-4735-9CA5-4FAD66FC013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AAD16-A857-4028-9486-D7E071043EE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2B8D4-38EF-4596-8903-73542B83069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A24AF-F13E-4A5F-93B5-08ABD703ACF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D9B4F-6108-449B-9D69-56F2132C2436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DC3A5-5902-423A-884C-C619D89F7371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56DB6-9700-4461-AACC-EABD245477AF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2B14A-B38C-4121-9E13-87EBAFD687C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E50D5-EC60-4BF4-A034-B8B2404197A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79990F-1A64-406F-AE1B-3157A609E71C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5DD60-F591-4291-85EF-3C27734F05B3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D83775-3EAE-4752-A063-0B5DD2674E87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2016/5/31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Prepared by Kelvin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B6CAF-8177-4A4D-A2F9-CA86E3858F3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04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5" Type="http://schemas.openxmlformats.org/officeDocument/2006/relationships/theme" Target="../theme/theme10.xml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/><Relationship Id="rId13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3.xml"/><Relationship Id="rId12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18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1.xml"/><Relationship Id="rId15" Type="http://schemas.openxmlformats.org/officeDocument/2006/relationships/theme" Target="../theme/theme11.xml"/><Relationship Id="rId10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Relationship Id="rId14" Type="http://schemas.openxmlformats.org/officeDocument/2006/relationships/slideLayout" Target="../slideLayouts/slideLayout130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9.xml"/><Relationship Id="rId13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4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46.xml"/><Relationship Id="rId15" Type="http://schemas.openxmlformats.org/officeDocument/2006/relationships/theme" Target="../theme/theme13.xml"/><Relationship Id="rId10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0.xml"/><Relationship Id="rId14" Type="http://schemas.openxmlformats.org/officeDocument/2006/relationships/slideLayout" Target="../slideLayouts/slideLayout155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62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56.xml"/><Relationship Id="rId6" Type="http://schemas.openxmlformats.org/officeDocument/2006/relationships/slideLayout" Target="../slideLayouts/slideLayout161.xml"/><Relationship Id="rId11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0.xml"/><Relationship Id="rId10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59.xml"/><Relationship Id="rId9" Type="http://schemas.openxmlformats.org/officeDocument/2006/relationships/slideLayout" Target="../slideLayouts/slideLayout16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8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68.xml"/><Relationship Id="rId16" Type="http://schemas.openxmlformats.org/officeDocument/2006/relationships/theme" Target="../theme/theme15.xml"/><Relationship Id="rId1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7.xml"/><Relationship Id="rId5" Type="http://schemas.openxmlformats.org/officeDocument/2006/relationships/slideLayout" Target="../slideLayouts/slideLayout171.xml"/><Relationship Id="rId15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70.xml"/><Relationship Id="rId9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80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9.xml"/><Relationship Id="rId13" Type="http://schemas.openxmlformats.org/officeDocument/2006/relationships/slideLayout" Target="../slideLayouts/slideLayout194.xml"/><Relationship Id="rId3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8.xml"/><Relationship Id="rId12" Type="http://schemas.openxmlformats.org/officeDocument/2006/relationships/slideLayout" Target="../slideLayouts/slideLayout193.xml"/><Relationship Id="rId2" Type="http://schemas.openxmlformats.org/officeDocument/2006/relationships/slideLayout" Target="../slideLayouts/slideLayout18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187.xml"/><Relationship Id="rId11" Type="http://schemas.openxmlformats.org/officeDocument/2006/relationships/slideLayout" Target="../slideLayouts/slideLayout192.xml"/><Relationship Id="rId5" Type="http://schemas.openxmlformats.org/officeDocument/2006/relationships/slideLayout" Target="../slideLayouts/slideLayout186.xml"/><Relationship Id="rId15" Type="http://schemas.openxmlformats.org/officeDocument/2006/relationships/theme" Target="../theme/theme16.xml"/><Relationship Id="rId10" Type="http://schemas.openxmlformats.org/officeDocument/2006/relationships/slideLayout" Target="../slideLayouts/slideLayout191.xml"/><Relationship Id="rId4" Type="http://schemas.openxmlformats.org/officeDocument/2006/relationships/slideLayout" Target="../slideLayouts/slideLayout185.xml"/><Relationship Id="rId9" Type="http://schemas.openxmlformats.org/officeDocument/2006/relationships/slideLayout" Target="../slideLayouts/slideLayout190.xml"/><Relationship Id="rId14" Type="http://schemas.openxmlformats.org/officeDocument/2006/relationships/slideLayout" Target="../slideLayouts/slideLayout195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98.xml"/><Relationship Id="rId7" Type="http://schemas.openxmlformats.org/officeDocument/2006/relationships/slideLayout" Target="../slideLayouts/slideLayout202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206.xml"/><Relationship Id="rId5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199.xml"/><Relationship Id="rId9" Type="http://schemas.openxmlformats.org/officeDocument/2006/relationships/slideLayout" Target="../slideLayouts/slideLayout204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4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09.xml"/><Relationship Id="rId7" Type="http://schemas.openxmlformats.org/officeDocument/2006/relationships/slideLayout" Target="../slideLayouts/slideLayout213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12.xml"/><Relationship Id="rId11" Type="http://schemas.openxmlformats.org/officeDocument/2006/relationships/slideLayout" Target="../slideLayouts/slideLayout217.xml"/><Relationship Id="rId5" Type="http://schemas.openxmlformats.org/officeDocument/2006/relationships/slideLayout" Target="../slideLayouts/slideLayout211.xml"/><Relationship Id="rId10" Type="http://schemas.openxmlformats.org/officeDocument/2006/relationships/slideLayout" Target="../slideLayouts/slideLayout216.xml"/><Relationship Id="rId4" Type="http://schemas.openxmlformats.org/officeDocument/2006/relationships/slideLayout" Target="../slideLayouts/slideLayout210.xml"/><Relationship Id="rId9" Type="http://schemas.openxmlformats.org/officeDocument/2006/relationships/slideLayout" Target="../slideLayouts/slideLayout215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4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8.xml"/><Relationship Id="rId6" Type="http://schemas.openxmlformats.org/officeDocument/2006/relationships/slideLayout" Target="../slideLayouts/slideLayout223.xml"/><Relationship Id="rId11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22.xml"/><Relationship Id="rId10" Type="http://schemas.openxmlformats.org/officeDocument/2006/relationships/slideLayout" Target="../slideLayouts/slideLayout227.xml"/><Relationship Id="rId4" Type="http://schemas.openxmlformats.org/officeDocument/2006/relationships/slideLayout" Target="../slideLayouts/slideLayout221.xml"/><Relationship Id="rId9" Type="http://schemas.openxmlformats.org/officeDocument/2006/relationships/slideLayout" Target="../slideLayouts/slideLayout22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31.xml"/><Relationship Id="rId7" Type="http://schemas.openxmlformats.org/officeDocument/2006/relationships/slideLayout" Target="../slideLayouts/slideLayout235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9.xml"/><Relationship Id="rId6" Type="http://schemas.openxmlformats.org/officeDocument/2006/relationships/slideLayout" Target="../slideLayouts/slideLayout234.xml"/><Relationship Id="rId11" Type="http://schemas.openxmlformats.org/officeDocument/2006/relationships/slideLayout" Target="../slideLayouts/slideLayout239.xml"/><Relationship Id="rId5" Type="http://schemas.openxmlformats.org/officeDocument/2006/relationships/slideLayout" Target="../slideLayouts/slideLayout233.xml"/><Relationship Id="rId10" Type="http://schemas.openxmlformats.org/officeDocument/2006/relationships/slideLayout" Target="../slideLayouts/slideLayout238.xml"/><Relationship Id="rId4" Type="http://schemas.openxmlformats.org/officeDocument/2006/relationships/slideLayout" Target="../slideLayouts/slideLayout232.xml"/><Relationship Id="rId9" Type="http://schemas.openxmlformats.org/officeDocument/2006/relationships/slideLayout" Target="../slideLayouts/slideLayout237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42.xml"/><Relationship Id="rId7" Type="http://schemas.openxmlformats.org/officeDocument/2006/relationships/slideLayout" Target="../slideLayouts/slideLayout246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40.xml"/><Relationship Id="rId6" Type="http://schemas.openxmlformats.org/officeDocument/2006/relationships/slideLayout" Target="../slideLayouts/slideLayout245.xml"/><Relationship Id="rId11" Type="http://schemas.openxmlformats.org/officeDocument/2006/relationships/slideLayout" Target="../slideLayouts/slideLayout250.xml"/><Relationship Id="rId5" Type="http://schemas.openxmlformats.org/officeDocument/2006/relationships/slideLayout" Target="../slideLayouts/slideLayout244.xml"/><Relationship Id="rId10" Type="http://schemas.openxmlformats.org/officeDocument/2006/relationships/slideLayout" Target="../slideLayouts/slideLayout249.xml"/><Relationship Id="rId4" Type="http://schemas.openxmlformats.org/officeDocument/2006/relationships/slideLayout" Target="../slideLayouts/slideLayout243.xml"/><Relationship Id="rId9" Type="http://schemas.openxmlformats.org/officeDocument/2006/relationships/slideLayout" Target="../slideLayouts/slideLayout248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3.xml"/><Relationship Id="rId7" Type="http://schemas.openxmlformats.org/officeDocument/2006/relationships/slideLayout" Target="../slideLayouts/slideLayout257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51.xml"/><Relationship Id="rId6" Type="http://schemas.openxmlformats.org/officeDocument/2006/relationships/slideLayout" Target="../slideLayouts/slideLayout256.xml"/><Relationship Id="rId11" Type="http://schemas.openxmlformats.org/officeDocument/2006/relationships/slideLayout" Target="../slideLayouts/slideLayout261.xml"/><Relationship Id="rId5" Type="http://schemas.openxmlformats.org/officeDocument/2006/relationships/slideLayout" Target="../slideLayouts/slideLayout255.xml"/><Relationship Id="rId10" Type="http://schemas.openxmlformats.org/officeDocument/2006/relationships/slideLayout" Target="../slideLayouts/slideLayout260.xml"/><Relationship Id="rId4" Type="http://schemas.openxmlformats.org/officeDocument/2006/relationships/slideLayout" Target="../slideLayouts/slideLayout254.xml"/><Relationship Id="rId9" Type="http://schemas.openxmlformats.org/officeDocument/2006/relationships/slideLayout" Target="../slideLayouts/slideLayout2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294" r:id="rId1"/>
    <p:sldLayoutId id="2147502117" r:id="rId2"/>
    <p:sldLayoutId id="2147502116" r:id="rId3"/>
    <p:sldLayoutId id="2147502115" r:id="rId4"/>
    <p:sldLayoutId id="2147502114" r:id="rId5"/>
    <p:sldLayoutId id="2147502113" r:id="rId6"/>
    <p:sldLayoutId id="2147502112" r:id="rId7"/>
    <p:sldLayoutId id="2147502111" r:id="rId8"/>
    <p:sldLayoutId id="2147502110" r:id="rId9"/>
    <p:sldLayoutId id="2147502109" r:id="rId10"/>
    <p:sldLayoutId id="2147502108" r:id="rId11"/>
    <p:sldLayoutId id="2147502107" r:id="rId12"/>
    <p:sldLayoutId id="2147502106" r:id="rId13"/>
    <p:sldLayoutId id="2147502105" r:id="rId14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128" r:id="rId1"/>
    <p:sldLayoutId id="2147502127" r:id="rId2"/>
    <p:sldLayoutId id="2147502126" r:id="rId3"/>
    <p:sldLayoutId id="2147502125" r:id="rId4"/>
    <p:sldLayoutId id="2147502124" r:id="rId5"/>
    <p:sldLayoutId id="2147502123" r:id="rId6"/>
    <p:sldLayoutId id="2147502122" r:id="rId7"/>
    <p:sldLayoutId id="2147502121" r:id="rId8"/>
    <p:sldLayoutId id="2147502120" r:id="rId9"/>
    <p:sldLayoutId id="2147502119" r:id="rId10"/>
    <p:sldLayoutId id="2147502118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139" r:id="rId1"/>
    <p:sldLayoutId id="2147502138" r:id="rId2"/>
    <p:sldLayoutId id="2147502137" r:id="rId3"/>
    <p:sldLayoutId id="2147502136" r:id="rId4"/>
    <p:sldLayoutId id="2147502135" r:id="rId5"/>
    <p:sldLayoutId id="2147502134" r:id="rId6"/>
    <p:sldLayoutId id="2147502133" r:id="rId7"/>
    <p:sldLayoutId id="2147502132" r:id="rId8"/>
    <p:sldLayoutId id="2147502131" r:id="rId9"/>
    <p:sldLayoutId id="2147502130" r:id="rId10"/>
    <p:sldLayoutId id="2147502129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150" r:id="rId1"/>
    <p:sldLayoutId id="2147502149" r:id="rId2"/>
    <p:sldLayoutId id="2147502148" r:id="rId3"/>
    <p:sldLayoutId id="2147502147" r:id="rId4"/>
    <p:sldLayoutId id="2147502146" r:id="rId5"/>
    <p:sldLayoutId id="2147502145" r:id="rId6"/>
    <p:sldLayoutId id="2147502144" r:id="rId7"/>
    <p:sldLayoutId id="2147502143" r:id="rId8"/>
    <p:sldLayoutId id="2147502142" r:id="rId9"/>
    <p:sldLayoutId id="2147502141" r:id="rId10"/>
    <p:sldLayoutId id="2147502140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161" r:id="rId1"/>
    <p:sldLayoutId id="2147502160" r:id="rId2"/>
    <p:sldLayoutId id="2147502159" r:id="rId3"/>
    <p:sldLayoutId id="2147502158" r:id="rId4"/>
    <p:sldLayoutId id="2147502157" r:id="rId5"/>
    <p:sldLayoutId id="2147502156" r:id="rId6"/>
    <p:sldLayoutId id="2147502155" r:id="rId7"/>
    <p:sldLayoutId id="2147502154" r:id="rId8"/>
    <p:sldLayoutId id="2147502153" r:id="rId9"/>
    <p:sldLayoutId id="2147502152" r:id="rId10"/>
    <p:sldLayoutId id="214750215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172" r:id="rId1"/>
    <p:sldLayoutId id="2147502171" r:id="rId2"/>
    <p:sldLayoutId id="2147502170" r:id="rId3"/>
    <p:sldLayoutId id="2147502169" r:id="rId4"/>
    <p:sldLayoutId id="2147502168" r:id="rId5"/>
    <p:sldLayoutId id="2147502167" r:id="rId6"/>
    <p:sldLayoutId id="2147502166" r:id="rId7"/>
    <p:sldLayoutId id="2147502165" r:id="rId8"/>
    <p:sldLayoutId id="2147502164" r:id="rId9"/>
    <p:sldLayoutId id="2147502163" r:id="rId10"/>
    <p:sldLayoutId id="2147502162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183" r:id="rId1"/>
    <p:sldLayoutId id="2147502182" r:id="rId2"/>
    <p:sldLayoutId id="2147502181" r:id="rId3"/>
    <p:sldLayoutId id="2147502180" r:id="rId4"/>
    <p:sldLayoutId id="2147502179" r:id="rId5"/>
    <p:sldLayoutId id="2147502178" r:id="rId6"/>
    <p:sldLayoutId id="2147502177" r:id="rId7"/>
    <p:sldLayoutId id="2147502176" r:id="rId8"/>
    <p:sldLayoutId id="2147502175" r:id="rId9"/>
    <p:sldLayoutId id="2147502174" r:id="rId10"/>
    <p:sldLayoutId id="2147502173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194" r:id="rId1"/>
    <p:sldLayoutId id="2147502193" r:id="rId2"/>
    <p:sldLayoutId id="2147502192" r:id="rId3"/>
    <p:sldLayoutId id="2147502191" r:id="rId4"/>
    <p:sldLayoutId id="2147502190" r:id="rId5"/>
    <p:sldLayoutId id="2147502189" r:id="rId6"/>
    <p:sldLayoutId id="2147502188" r:id="rId7"/>
    <p:sldLayoutId id="2147502187" r:id="rId8"/>
    <p:sldLayoutId id="2147502186" r:id="rId9"/>
    <p:sldLayoutId id="2147502185" r:id="rId10"/>
    <p:sldLayoutId id="2147502184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205" r:id="rId1"/>
    <p:sldLayoutId id="2147502204" r:id="rId2"/>
    <p:sldLayoutId id="2147502203" r:id="rId3"/>
    <p:sldLayoutId id="2147502202" r:id="rId4"/>
    <p:sldLayoutId id="2147502201" r:id="rId5"/>
    <p:sldLayoutId id="2147502200" r:id="rId6"/>
    <p:sldLayoutId id="2147502199" r:id="rId7"/>
    <p:sldLayoutId id="2147502198" r:id="rId8"/>
    <p:sldLayoutId id="2147502197" r:id="rId9"/>
    <p:sldLayoutId id="2147502196" r:id="rId10"/>
    <p:sldLayoutId id="2147502195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307" r:id="rId1"/>
    <p:sldLayoutId id="2147502218" r:id="rId2"/>
    <p:sldLayoutId id="2147502217" r:id="rId3"/>
    <p:sldLayoutId id="2147502216" r:id="rId4"/>
    <p:sldLayoutId id="2147502215" r:id="rId5"/>
    <p:sldLayoutId id="2147502214" r:id="rId6"/>
    <p:sldLayoutId id="2147502213" r:id="rId7"/>
    <p:sldLayoutId id="2147502212" r:id="rId8"/>
    <p:sldLayoutId id="2147502211" r:id="rId9"/>
    <p:sldLayoutId id="2147502210" r:id="rId10"/>
    <p:sldLayoutId id="2147502209" r:id="rId11"/>
    <p:sldLayoutId id="2147502208" r:id="rId12"/>
    <p:sldLayoutId id="2147502207" r:id="rId13"/>
    <p:sldLayoutId id="2147502206" r:id="rId14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308" r:id="rId1"/>
    <p:sldLayoutId id="2147502231" r:id="rId2"/>
    <p:sldLayoutId id="2147502230" r:id="rId3"/>
    <p:sldLayoutId id="2147502229" r:id="rId4"/>
    <p:sldLayoutId id="2147502228" r:id="rId5"/>
    <p:sldLayoutId id="2147502227" r:id="rId6"/>
    <p:sldLayoutId id="2147502226" r:id="rId7"/>
    <p:sldLayoutId id="2147502225" r:id="rId8"/>
    <p:sldLayoutId id="2147502224" r:id="rId9"/>
    <p:sldLayoutId id="2147502223" r:id="rId10"/>
    <p:sldLayoutId id="2147502222" r:id="rId11"/>
    <p:sldLayoutId id="2147502221" r:id="rId12"/>
    <p:sldLayoutId id="2147502220" r:id="rId13"/>
    <p:sldLayoutId id="2147502219" r:id="rId14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242" r:id="rId1"/>
    <p:sldLayoutId id="2147502241" r:id="rId2"/>
    <p:sldLayoutId id="2147502240" r:id="rId3"/>
    <p:sldLayoutId id="2147502239" r:id="rId4"/>
    <p:sldLayoutId id="2147502238" r:id="rId5"/>
    <p:sldLayoutId id="2147502237" r:id="rId6"/>
    <p:sldLayoutId id="2147502236" r:id="rId7"/>
    <p:sldLayoutId id="2147502235" r:id="rId8"/>
    <p:sldLayoutId id="2147502234" r:id="rId9"/>
    <p:sldLayoutId id="2147502233" r:id="rId10"/>
    <p:sldLayoutId id="2147502232" r:id="rId11"/>
  </p:sldLayoutIdLst>
  <p:transition>
    <p:cover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309" r:id="rId1"/>
    <p:sldLayoutId id="2147502255" r:id="rId2"/>
    <p:sldLayoutId id="2147502254" r:id="rId3"/>
    <p:sldLayoutId id="2147502253" r:id="rId4"/>
    <p:sldLayoutId id="2147502252" r:id="rId5"/>
    <p:sldLayoutId id="2147502251" r:id="rId6"/>
    <p:sldLayoutId id="2147502250" r:id="rId7"/>
    <p:sldLayoutId id="2147502249" r:id="rId8"/>
    <p:sldLayoutId id="2147502248" r:id="rId9"/>
    <p:sldLayoutId id="2147502247" r:id="rId10"/>
    <p:sldLayoutId id="2147502246" r:id="rId11"/>
    <p:sldLayoutId id="2147502245" r:id="rId12"/>
    <p:sldLayoutId id="2147502244" r:id="rId13"/>
    <p:sldLayoutId id="2147502243" r:id="rId14"/>
  </p:sldLayoutIdLst>
  <p:transition>
    <p:cover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</a:t>
            </a:r>
          </a:p>
          <a:p>
            <a:pPr lvl="1"/>
            <a:r>
              <a:rPr lang="zh-TW" smtClean="0"/>
              <a:t>第二層</a:t>
            </a:r>
          </a:p>
          <a:p>
            <a:pPr lvl="2"/>
            <a:r>
              <a:rPr lang="zh-TW" smtClean="0"/>
              <a:t>第三層</a:t>
            </a:r>
          </a:p>
          <a:p>
            <a:pPr lvl="3"/>
            <a:r>
              <a:rPr lang="zh-TW" smtClean="0"/>
              <a:t>第四層</a:t>
            </a:r>
          </a:p>
          <a:p>
            <a:pPr lvl="4"/>
            <a:r>
              <a:rPr lang="zh-TW" smtClean="0"/>
              <a:t>第五層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266" r:id="rId1"/>
    <p:sldLayoutId id="2147502265" r:id="rId2"/>
    <p:sldLayoutId id="2147502264" r:id="rId3"/>
    <p:sldLayoutId id="2147502263" r:id="rId4"/>
    <p:sldLayoutId id="2147502262" r:id="rId5"/>
    <p:sldLayoutId id="2147502261" r:id="rId6"/>
    <p:sldLayoutId id="2147502260" r:id="rId7"/>
    <p:sldLayoutId id="2147502259" r:id="rId8"/>
    <p:sldLayoutId id="2147502258" r:id="rId9"/>
    <p:sldLayoutId id="2147502257" r:id="rId10"/>
    <p:sldLayoutId id="2147502256" r:id="rId11"/>
  </p:sldLayoutIdLst>
  <p:transition>
    <p:cover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新細明體" pitchFamily="18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333399"/>
          </a:solidFill>
          <a:latin typeface="Arial" pitchFamily="34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310" r:id="rId1"/>
    <p:sldLayoutId id="2147502280" r:id="rId2"/>
    <p:sldLayoutId id="2147502279" r:id="rId3"/>
    <p:sldLayoutId id="2147502278" r:id="rId4"/>
    <p:sldLayoutId id="2147502277" r:id="rId5"/>
    <p:sldLayoutId id="2147502276" r:id="rId6"/>
    <p:sldLayoutId id="2147502275" r:id="rId7"/>
    <p:sldLayoutId id="2147502274" r:id="rId8"/>
    <p:sldLayoutId id="2147502273" r:id="rId9"/>
    <p:sldLayoutId id="2147502272" r:id="rId10"/>
    <p:sldLayoutId id="2147502271" r:id="rId11"/>
    <p:sldLayoutId id="2147502270" r:id="rId12"/>
    <p:sldLayoutId id="2147502269" r:id="rId13"/>
    <p:sldLayoutId id="2147502268" r:id="rId14"/>
    <p:sldLayoutId id="2147502267" r:id="rId15"/>
  </p:sldLayoutIdLst>
  <p:transition>
    <p:cover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42300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323" r:id="rId1"/>
    <p:sldLayoutId id="2147502293" r:id="rId2"/>
    <p:sldLayoutId id="2147502292" r:id="rId3"/>
    <p:sldLayoutId id="2147502291" r:id="rId4"/>
    <p:sldLayoutId id="2147502290" r:id="rId5"/>
    <p:sldLayoutId id="2147502289" r:id="rId6"/>
    <p:sldLayoutId id="2147502288" r:id="rId7"/>
    <p:sldLayoutId id="2147502287" r:id="rId8"/>
    <p:sldLayoutId id="2147502286" r:id="rId9"/>
    <p:sldLayoutId id="2147502285" r:id="rId10"/>
    <p:sldLayoutId id="2147502284" r:id="rId11"/>
    <p:sldLayoutId id="2147502283" r:id="rId12"/>
    <p:sldLayoutId id="2147502282" r:id="rId13"/>
    <p:sldLayoutId id="2147502281" r:id="rId14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+mj-lt"/>
          <a:ea typeface="新細明體" pitchFamily="18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333399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新細明體" pitchFamily="18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新細明體" pitchFamily="18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11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1E3B6CAF-8177-4A4D-A2F9-CA86E3858F38}" type="slidenum">
              <a:rPr kumimoji="0" 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‹#›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374" r:id="rId1"/>
    <p:sldLayoutId id="2147502375" r:id="rId2"/>
    <p:sldLayoutId id="2147502376" r:id="rId3"/>
    <p:sldLayoutId id="2147502377" r:id="rId4"/>
    <p:sldLayoutId id="2147502378" r:id="rId5"/>
    <p:sldLayoutId id="2147502379" r:id="rId6"/>
    <p:sldLayoutId id="2147502380" r:id="rId7"/>
    <p:sldLayoutId id="2147502381" r:id="rId8"/>
    <p:sldLayoutId id="2147502382" r:id="rId9"/>
    <p:sldLayoutId id="2147502383" r:id="rId10"/>
    <p:sldLayoutId id="2147502384" r:id="rId11"/>
  </p:sldLayoutIdLst>
  <p:transition spd="slow">
    <p:fade/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11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1E3B6CAF-8177-4A4D-A2F9-CA86E3858F38}" type="slidenum">
              <a:rPr kumimoji="0" 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‹#›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387" r:id="rId1"/>
    <p:sldLayoutId id="2147502388" r:id="rId2"/>
    <p:sldLayoutId id="2147502389" r:id="rId3"/>
    <p:sldLayoutId id="2147502390" r:id="rId4"/>
    <p:sldLayoutId id="2147502391" r:id="rId5"/>
    <p:sldLayoutId id="2147502392" r:id="rId6"/>
    <p:sldLayoutId id="2147502393" r:id="rId7"/>
    <p:sldLayoutId id="2147502394" r:id="rId8"/>
    <p:sldLayoutId id="2147502395" r:id="rId9"/>
    <p:sldLayoutId id="2147502396" r:id="rId10"/>
    <p:sldLayoutId id="2147502397" r:id="rId11"/>
  </p:sldLayoutIdLst>
  <p:transition spd="slow">
    <p:fade/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59321CB0-E87A-4CB8-BED4-28D3D305165C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2016/5/31</a:t>
            </a:fld>
            <a:endParaRPr kumimoji="0"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F6BD02AC-A17D-47B7-9495-BCBE20CED70F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5795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2400" r:id="rId1"/>
    <p:sldLayoutId id="2147502401" r:id="rId2"/>
    <p:sldLayoutId id="2147502402" r:id="rId3"/>
    <p:sldLayoutId id="2147502403" r:id="rId4"/>
    <p:sldLayoutId id="2147502404" r:id="rId5"/>
    <p:sldLayoutId id="2147502405" r:id="rId6"/>
    <p:sldLayoutId id="2147502406" r:id="rId7"/>
    <p:sldLayoutId id="2147502407" r:id="rId8"/>
    <p:sldLayoutId id="2147502408" r:id="rId9"/>
    <p:sldLayoutId id="2147502409" r:id="rId10"/>
    <p:sldLayoutId id="2147502410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2000" b="1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0099"/>
        </a:buClr>
        <a:buFont typeface="Wingdings" pitchFamily="2" charset="2"/>
        <a:buChar char="n"/>
        <a:defRPr sz="16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0099"/>
        </a:buClr>
        <a:buFont typeface="Wingdings" pitchFamily="2" charset="2"/>
        <a:buChar char="l"/>
        <a:defRPr sz="14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11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FD5A679B-C8D5-40E8-A78E-BD08E869EB54}" type="datetime1">
              <a:rPr kumimoji="0" lang="zh-CN" alt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2016/5/31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kumimoji="0" lang="en-US" smtClean="0">
                <a:solidFill>
                  <a:srgbClr val="000000"/>
                </a:solidFill>
                <a:cs typeface="Arial" charset="0"/>
              </a:rPr>
              <a:t>Prepared by Kelvin</a:t>
            </a: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1E3B6CAF-8177-4A4D-A2F9-CA86E3858F38}" type="slidenum">
              <a:rPr kumimoji="0" 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‹#›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413" r:id="rId1"/>
    <p:sldLayoutId id="2147502414" r:id="rId2"/>
    <p:sldLayoutId id="2147502415" r:id="rId3"/>
    <p:sldLayoutId id="2147502416" r:id="rId4"/>
    <p:sldLayoutId id="2147502417" r:id="rId5"/>
    <p:sldLayoutId id="2147502418" r:id="rId6"/>
    <p:sldLayoutId id="2147502419" r:id="rId7"/>
    <p:sldLayoutId id="2147502420" r:id="rId8"/>
    <p:sldLayoutId id="2147502421" r:id="rId9"/>
    <p:sldLayoutId id="2147502422" r:id="rId10"/>
    <p:sldLayoutId id="2147502423" r:id="rId11"/>
  </p:sldLayoutIdLst>
  <p:transition spd="slow">
    <p:fade/>
  </p:transition>
  <p:timing>
    <p:tnLst>
      <p:par>
        <p:cTn id="1" dur="indefinite" restart="never" nodeType="tmRoot"/>
      </p:par>
    </p:tnLst>
  </p:timing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11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FD5A679B-C8D5-40E8-A78E-BD08E869EB54}" type="datetime1">
              <a:rPr kumimoji="0" lang="zh-CN" alt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2016/5/31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kumimoji="0" lang="en-US" smtClean="0">
                <a:solidFill>
                  <a:srgbClr val="000000"/>
                </a:solidFill>
                <a:cs typeface="Arial" charset="0"/>
              </a:rPr>
              <a:t>Prepared by Kelvin</a:t>
            </a: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1E3B6CAF-8177-4A4D-A2F9-CA86E3858F38}" type="slidenum">
              <a:rPr kumimoji="0" 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‹#›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451" r:id="rId1"/>
    <p:sldLayoutId id="2147502452" r:id="rId2"/>
    <p:sldLayoutId id="2147502453" r:id="rId3"/>
    <p:sldLayoutId id="2147502454" r:id="rId4"/>
    <p:sldLayoutId id="2147502455" r:id="rId5"/>
    <p:sldLayoutId id="2147502456" r:id="rId6"/>
    <p:sldLayoutId id="2147502457" r:id="rId7"/>
    <p:sldLayoutId id="2147502458" r:id="rId8"/>
    <p:sldLayoutId id="2147502459" r:id="rId9"/>
    <p:sldLayoutId id="2147502460" r:id="rId10"/>
    <p:sldLayoutId id="2147502461" r:id="rId11"/>
  </p:sldLayoutIdLst>
  <p:transition spd="slow">
    <p:fade/>
  </p:transition>
  <p:timing>
    <p:tnLst>
      <p:par>
        <p:cTn id="1" dur="indefinite" restart="never" nodeType="tmRoot"/>
      </p:par>
    </p:tnLst>
  </p:timing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117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FD5A679B-C8D5-40E8-A78E-BD08E869EB54}" type="datetime1">
              <a:rPr kumimoji="0" lang="zh-CN" alt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2016/5/31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kumimoji="0" lang="en-US" smtClean="0">
                <a:solidFill>
                  <a:srgbClr val="000000"/>
                </a:solidFill>
                <a:cs typeface="Arial" charset="0"/>
              </a:rPr>
              <a:t>Prepared by Kelvin</a:t>
            </a:r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117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1E3B6CAF-8177-4A4D-A2F9-CA86E3858F38}" type="slidenum">
              <a:rPr kumimoji="0" lang="en-US" smtClean="0">
                <a:solidFill>
                  <a:srgbClr val="000000"/>
                </a:solidFill>
                <a:cs typeface="Arial" charset="0"/>
              </a:rPr>
              <a:pPr>
                <a:defRPr/>
              </a:pPr>
              <a:t>‹#›</a:t>
            </a:fld>
            <a:endParaRPr kumimoji="0" lang="en-US">
              <a:solidFill>
                <a:srgbClr val="000000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2488" r:id="rId1"/>
    <p:sldLayoutId id="2147502489" r:id="rId2"/>
    <p:sldLayoutId id="2147502490" r:id="rId3"/>
    <p:sldLayoutId id="2147502491" r:id="rId4"/>
    <p:sldLayoutId id="2147502492" r:id="rId5"/>
    <p:sldLayoutId id="2147502493" r:id="rId6"/>
    <p:sldLayoutId id="2147502494" r:id="rId7"/>
    <p:sldLayoutId id="2147502495" r:id="rId8"/>
    <p:sldLayoutId id="2147502496" r:id="rId9"/>
    <p:sldLayoutId id="2147502497" r:id="rId10"/>
    <p:sldLayoutId id="2147502498" r:id="rId11"/>
  </p:sldLayoutIdLst>
  <p:transition spd="slow">
    <p:fade/>
  </p:transition>
  <p:timing>
    <p:tnLst>
      <p:par>
        <p:cTn id="1" dur="indefinite" restart="never" nodeType="tmRoot"/>
      </p:par>
    </p:tnLst>
  </p:timing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微軟正黑體" pitchFamily="34" charset="-12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19.xml"/><Relationship Id="rId5" Type="http://schemas.openxmlformats.org/officeDocument/2006/relationships/image" Target="../media/image9.jpeg"/><Relationship Id="rId4" Type="http://schemas.openxmlformats.org/officeDocument/2006/relationships/image" Target="../media/image8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0" y="2303875"/>
            <a:ext cx="9144000" cy="2205245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  <a:cs typeface="Verdana" pitchFamily="34" charset="0"/>
              </a:rPr>
              <a:t>方案设计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Verdana" pitchFamily="34" charset="0"/>
              </a:rPr>
              <a:t>PPT</a:t>
            </a:r>
            <a:br>
              <a:rPr lang="en-US" altLang="zh-CN" dirty="0">
                <a:latin typeface="微软雅黑" pitchFamily="34" charset="-122"/>
                <a:ea typeface="微软雅黑" pitchFamily="34" charset="-122"/>
                <a:cs typeface="Verdana" pitchFamily="34" charset="0"/>
              </a:rPr>
            </a:br>
            <a:r>
              <a:rPr lang="en-US" altLang="zh-TW" dirty="0">
                <a:latin typeface="微软雅黑" pitchFamily="34" charset="-122"/>
                <a:ea typeface="微软雅黑" pitchFamily="34" charset="-122"/>
                <a:sym typeface="Verdana" pitchFamily="34" charset="0"/>
              </a:rPr>
              <a:t> </a:t>
            </a:r>
            <a:r>
              <a:rPr lang="en-US" altLang="zh-TW" dirty="0" smtClean="0">
                <a:latin typeface="微软雅黑" pitchFamily="34" charset="-122"/>
                <a:ea typeface="微软雅黑" pitchFamily="34" charset="-122"/>
                <a:sym typeface="Verdana" pitchFamily="34" charset="0"/>
              </a:rPr>
              <a:t>P15-097 Oscar-Hand Cream</a:t>
            </a:r>
            <a:br>
              <a:rPr lang="en-US" altLang="zh-TW" dirty="0" smtClean="0">
                <a:latin typeface="微软雅黑" pitchFamily="34" charset="-122"/>
                <a:ea typeface="微软雅黑" pitchFamily="34" charset="-122"/>
                <a:sym typeface="Verdana" pitchFamily="34" charset="0"/>
              </a:rPr>
            </a:br>
            <a:r>
              <a:rPr lang="zh-CN" altLang="en-US" dirty="0" smtClean="0">
                <a:latin typeface="微软雅黑" pitchFamily="34" charset="-122"/>
                <a:ea typeface="微软雅黑" pitchFamily="34" charset="-122"/>
                <a:sym typeface="Verdana" pitchFamily="34" charset="0"/>
              </a:rPr>
              <a:t>（</a:t>
            </a:r>
            <a:r>
              <a:rPr lang="en-US" b="0" dirty="0" smtClean="0">
                <a:latin typeface="微软雅黑" pitchFamily="34" charset="-122"/>
                <a:ea typeface="微软雅黑" pitchFamily="34" charset="-122"/>
              </a:rPr>
              <a:t>Vishay </a:t>
            </a:r>
            <a:r>
              <a:rPr lang="zh-CN" altLang="en-US" b="0" dirty="0" smtClean="0">
                <a:latin typeface="微软雅黑" pitchFamily="34" charset="-122"/>
                <a:ea typeface="微软雅黑" pitchFamily="34" charset="-122"/>
              </a:rPr>
              <a:t>手势辨别</a:t>
            </a:r>
            <a:r>
              <a:rPr lang="en-US" altLang="zh-CN" b="0" dirty="0" smtClean="0">
                <a:latin typeface="微软雅黑" pitchFamily="34" charset="-122"/>
                <a:ea typeface="微软雅黑" pitchFamily="34" charset="-122"/>
              </a:rPr>
              <a:t>+ NXP LPC824 Demo Board</a:t>
            </a:r>
            <a:r>
              <a:rPr lang="zh-CN" altLang="en-US" b="0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zh-TW" altLang="zh-TW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Box 30"/>
          <p:cNvSpPr txBox="1">
            <a:spLocks noChangeArrowheads="1"/>
          </p:cNvSpPr>
          <p:nvPr/>
        </p:nvSpPr>
        <p:spPr bwMode="auto">
          <a:xfrm>
            <a:off x="5543550" y="4762500"/>
            <a:ext cx="338455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By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Nicole Su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2016.05.31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282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5775"/>
            <a:ext cx="82296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3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Agenda</a:t>
            </a:r>
            <a:endParaRPr lang="zh-CN" altLang="en-US" sz="3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35238" y="1600200"/>
            <a:ext cx="5761037" cy="325278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4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Version History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Block Diagram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Function Description</a:t>
            </a:r>
            <a:r>
              <a:rPr lang="zh-TW" altLang="en-US" sz="24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 </a:t>
            </a:r>
            <a:endParaRPr lang="en-US" altLang="zh-TW" sz="2400" b="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 Unicode MS" pitchFamily="34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Schedule</a:t>
            </a:r>
            <a:r>
              <a:rPr lang="zh-TW" altLang="en-US" sz="2400" b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 </a:t>
            </a:r>
            <a:r>
              <a:rPr lang="en-US" altLang="zh-TW" sz="24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endParaRPr lang="zh-CN" altLang="en-US" sz="2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316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973138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zh-CN" sz="3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1. Version History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0" y="1500188"/>
            <a:ext cx="7974013" cy="18923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spcBef>
                <a:spcPct val="20000"/>
              </a:spcBef>
              <a:buFont typeface="+mj-lt"/>
              <a:buAutoNum type="arabicPeriod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2015.10.23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V1.0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Initial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, By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Tony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Li</a:t>
            </a:r>
          </a:p>
          <a:p>
            <a:pPr eaLnBrk="1" hangingPunct="1">
              <a:spcBef>
                <a:spcPct val="20000"/>
              </a:spcBef>
              <a:buFont typeface="+mj-lt"/>
              <a:buAutoNum type="arabicPeriod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2016.05.31  V1.1 Initial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, By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Nicole Su</a:t>
            </a:r>
            <a:endParaRPr lang="en-US" altLang="zh-CN" dirty="0" smtClean="0">
              <a:latin typeface="微软雅黑" pitchFamily="34" charset="-122"/>
              <a:ea typeface="微软雅黑" pitchFamily="34" charset="-122"/>
              <a:cs typeface="Arial Unicode MS" pitchFamily="34" charset="-120"/>
            </a:endParaRPr>
          </a:p>
          <a:p>
            <a:pPr eaLnBrk="1" hangingPunct="1">
              <a:spcBef>
                <a:spcPct val="20000"/>
              </a:spcBef>
              <a:buFont typeface="+mj-lt"/>
              <a:buAutoNum type="arabicPeriod"/>
            </a:pPr>
            <a:endParaRPr lang="en-US" altLang="zh-CN" dirty="0">
              <a:latin typeface="微软雅黑" pitchFamily="34" charset="-122"/>
              <a:ea typeface="微软雅黑" pitchFamily="34" charset="-122"/>
              <a:cs typeface="Arial Unicode MS" pitchFamily="34" charset="-120"/>
            </a:endParaRPr>
          </a:p>
          <a:p>
            <a:pPr eaLnBrk="1" hangingPunct="1">
              <a:spcBef>
                <a:spcPct val="20000"/>
              </a:spcBef>
              <a:buFontTx/>
              <a:buAutoNum type="arabicParenBoth"/>
            </a:pPr>
            <a:endParaRPr kumimoji="0" lang="en-US" altLang="zh-CN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itchFamily="34" charset="-120"/>
            </a:endParaRPr>
          </a:p>
          <a:p>
            <a:pPr algn="ctr" eaLnBrk="1" hangingPunct="1">
              <a:spcBef>
                <a:spcPct val="50000"/>
              </a:spcBef>
            </a:pPr>
            <a:endParaRPr kumimoji="0" lang="zh-CN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7806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4925" y="474663"/>
            <a:ext cx="914400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kumimoji="0" lang="en-US" altLang="zh-CN" sz="3200" b="1" dirty="0"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2. Block Diagram</a:t>
            </a:r>
          </a:p>
        </p:txBody>
      </p:sp>
      <p:grpSp>
        <p:nvGrpSpPr>
          <p:cNvPr id="5" name="组合 50"/>
          <p:cNvGrpSpPr>
            <a:grpSpLocks/>
          </p:cNvGrpSpPr>
          <p:nvPr/>
        </p:nvGrpSpPr>
        <p:grpSpPr bwMode="auto">
          <a:xfrm>
            <a:off x="179388" y="5661024"/>
            <a:ext cx="1427956" cy="792311"/>
            <a:chOff x="2609456" y="5330400"/>
            <a:chExt cx="882424" cy="377419"/>
          </a:xfrm>
        </p:grpSpPr>
        <p:sp>
          <p:nvSpPr>
            <p:cNvPr id="6" name="矩形 5"/>
            <p:cNvSpPr/>
            <p:nvPr/>
          </p:nvSpPr>
          <p:spPr>
            <a:xfrm>
              <a:off x="2609456" y="5495058"/>
              <a:ext cx="882424" cy="21276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10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世平暂不提供</a:t>
              </a:r>
              <a:endParaRPr lang="en-US" altLang="zh-CN" sz="1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defRPr/>
              </a:pPr>
              <a:r>
                <a:rPr lang="en-US" altLang="zh-CN" sz="10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WPI Can’t Offer</a:t>
              </a:r>
              <a:endParaRPr lang="zh-CN" altLang="en-US" sz="1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2609456" y="5330400"/>
              <a:ext cx="882424" cy="182234"/>
            </a:xfrm>
            <a:prstGeom prst="rect">
              <a:avLst/>
            </a:prstGeom>
            <a:solidFill>
              <a:srgbClr val="00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10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世平提供</a:t>
              </a:r>
              <a:endParaRPr lang="en-US" altLang="zh-CN" sz="1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defRPr/>
              </a:pPr>
              <a:r>
                <a:rPr lang="en-US" altLang="zh-CN" sz="10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WPI Offer</a:t>
              </a: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751061" y="1285860"/>
            <a:ext cx="7892905" cy="5022685"/>
            <a:chOff x="1036813" y="1428736"/>
            <a:chExt cx="7892905" cy="5022685"/>
          </a:xfrm>
        </p:grpSpPr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1036813" y="3786190"/>
              <a:ext cx="1242963" cy="142876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ctr" eaLnBrk="1" hangingPunct="1">
                <a:buSzPct val="100000"/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Microsoft JhengHei" pitchFamily="34" charset="-120"/>
                  <a:ea typeface="Microsoft JhengHei" pitchFamily="34" charset="-120"/>
                  <a:sym typeface="Calibri" pitchFamily="34" charset="0"/>
                </a:rPr>
                <a:t>128x64 LCD</a:t>
              </a:r>
              <a:endParaRPr lang="zh-CN" altLang="en-US" sz="1400" b="1" dirty="0">
                <a:solidFill>
                  <a:srgbClr val="000000"/>
                </a:solidFill>
                <a:latin typeface="Microsoft JhengHei" pitchFamily="34" charset="-120"/>
                <a:ea typeface="Microsoft JhengHei" pitchFamily="34" charset="-120"/>
                <a:sym typeface="Calibri" pitchFamily="34" charset="0"/>
              </a:endParaRPr>
            </a:p>
          </p:txBody>
        </p:sp>
        <p:cxnSp>
          <p:nvCxnSpPr>
            <p:cNvPr id="25" name="直接箭头连接符 93"/>
            <p:cNvCxnSpPr/>
            <p:nvPr/>
          </p:nvCxnSpPr>
          <p:spPr>
            <a:xfrm flipH="1">
              <a:off x="6064250" y="3644898"/>
              <a:ext cx="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94"/>
            <p:cNvCxnSpPr/>
            <p:nvPr/>
          </p:nvCxnSpPr>
          <p:spPr>
            <a:xfrm flipH="1">
              <a:off x="6064250" y="4216398"/>
              <a:ext cx="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组合 30"/>
            <p:cNvGrpSpPr/>
            <p:nvPr/>
          </p:nvGrpSpPr>
          <p:grpSpPr>
            <a:xfrm>
              <a:off x="3571868" y="1428736"/>
              <a:ext cx="1565264" cy="1355612"/>
              <a:chOff x="3392333" y="1500174"/>
              <a:chExt cx="1565264" cy="1712802"/>
            </a:xfrm>
          </p:grpSpPr>
          <p:sp>
            <p:nvSpPr>
              <p:cNvPr id="10" name="Rectangle 15"/>
              <p:cNvSpPr>
                <a:spLocks noChangeArrowheads="1"/>
              </p:cNvSpPr>
              <p:nvPr/>
            </p:nvSpPr>
            <p:spPr bwMode="auto">
              <a:xfrm>
                <a:off x="3392333" y="1500174"/>
                <a:ext cx="1565264" cy="1712802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9pPr>
              </a:lstStyle>
              <a:p>
                <a:pPr algn="ctr" eaLnBrk="1" hangingPunct="1">
                  <a:buSzPct val="100000"/>
                </a:pPr>
                <a:r>
                  <a:rPr lang="en-US" altLang="zh-CN" sz="1400" b="1" dirty="0" smtClean="0">
                    <a:latin typeface="Microsoft JhengHei" pitchFamily="34" charset="-120"/>
                    <a:ea typeface="Microsoft JhengHei" pitchFamily="34" charset="-120"/>
                    <a:cs typeface="Microsoft Himalaya" pitchFamily="2" charset="0"/>
                  </a:rPr>
                  <a:t>Microcontroller</a:t>
                </a:r>
              </a:p>
              <a:p>
                <a:pPr algn="ctr" eaLnBrk="1" hangingPunct="1">
                  <a:buSzPct val="100000"/>
                </a:pPr>
                <a:r>
                  <a:rPr lang="en-US" altLang="zh-CN" sz="1400" b="1" dirty="0" smtClean="0">
                    <a:latin typeface="Microsoft JhengHei" pitchFamily="34" charset="-120"/>
                    <a:ea typeface="Microsoft JhengHei" pitchFamily="34" charset="-120"/>
                    <a:cs typeface="Microsoft Himalaya" pitchFamily="2" charset="0"/>
                  </a:rPr>
                  <a:t> </a:t>
                </a:r>
                <a:r>
                  <a:rPr lang="zh-CN" altLang="en-US" sz="1400" b="1" dirty="0" smtClean="0">
                    <a:latin typeface="Microsoft JhengHei" pitchFamily="34" charset="-120"/>
                    <a:ea typeface="Microsoft JhengHei" pitchFamily="34" charset="-120"/>
                    <a:cs typeface="Microsoft Himalaya" pitchFamily="2" charset="0"/>
                  </a:rPr>
                  <a:t>微控制器</a:t>
                </a:r>
                <a:endParaRPr lang="en-US" altLang="zh-CN" sz="1400" b="1" dirty="0" smtClean="0">
                  <a:latin typeface="Microsoft JhengHei" pitchFamily="34" charset="-120"/>
                  <a:ea typeface="Microsoft JhengHei" pitchFamily="34" charset="-120"/>
                  <a:cs typeface="Microsoft Himalaya" pitchFamily="2" charset="0"/>
                </a:endParaRPr>
              </a:p>
              <a:p>
                <a:pPr algn="ctr" eaLnBrk="1" hangingPunct="1">
                  <a:buSzPct val="100000"/>
                </a:pPr>
                <a:r>
                  <a:rPr lang="en-US" altLang="zh-CN" sz="1400" b="1" dirty="0" smtClean="0">
                    <a:latin typeface="Microsoft JhengHei" pitchFamily="34" charset="-120"/>
                    <a:ea typeface="Microsoft JhengHei" pitchFamily="34" charset="-120"/>
                    <a:cs typeface="Microsoft Himalaya" pitchFamily="2" charset="0"/>
                  </a:rPr>
                  <a:t>LPC11U35</a:t>
                </a:r>
              </a:p>
            </p:txBody>
          </p:sp>
          <p:pic>
            <p:nvPicPr>
              <p:cNvPr id="28" name="Picture 3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707904" y="2780928"/>
                <a:ext cx="916452" cy="326735"/>
              </a:xfrm>
              <a:prstGeom prst="rect">
                <a:avLst/>
              </a:prstGeom>
              <a:noFill/>
            </p:spPr>
          </p:pic>
        </p:grpSp>
        <p:grpSp>
          <p:nvGrpSpPr>
            <p:cNvPr id="32" name="组合 31"/>
            <p:cNvGrpSpPr/>
            <p:nvPr/>
          </p:nvGrpSpPr>
          <p:grpSpPr>
            <a:xfrm>
              <a:off x="3571868" y="3714752"/>
              <a:ext cx="1565264" cy="2000264"/>
              <a:chOff x="3392333" y="3673221"/>
              <a:chExt cx="1565264" cy="1684592"/>
            </a:xfrm>
          </p:grpSpPr>
          <p:sp>
            <p:nvSpPr>
              <p:cNvPr id="9" name="Rectangle 15"/>
              <p:cNvSpPr>
                <a:spLocks noChangeArrowheads="1"/>
              </p:cNvSpPr>
              <p:nvPr/>
            </p:nvSpPr>
            <p:spPr bwMode="auto">
              <a:xfrm>
                <a:off x="3392333" y="3673221"/>
                <a:ext cx="1565264" cy="1684592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9pPr>
              </a:lstStyle>
              <a:p>
                <a:pPr algn="ctr" eaLnBrk="1" hangingPunct="1">
                  <a:buSzPct val="100000"/>
                </a:pPr>
                <a:r>
                  <a:rPr lang="en-US" altLang="zh-CN" sz="1400" dirty="0" smtClean="0">
                    <a:latin typeface="Microsoft JhengHei" pitchFamily="34" charset="-120"/>
                    <a:ea typeface="Microsoft JhengHei" pitchFamily="34" charset="-120"/>
                    <a:cs typeface="Microsoft Himalaya" pitchFamily="2" charset="0"/>
                  </a:rPr>
                  <a:t>  </a:t>
                </a:r>
                <a:r>
                  <a:rPr lang="en-US" altLang="zh-CN" sz="1400" b="1" dirty="0" smtClean="0">
                    <a:latin typeface="Microsoft JhengHei" pitchFamily="34" charset="-120"/>
                    <a:ea typeface="Microsoft JhengHei" pitchFamily="34" charset="-120"/>
                    <a:cs typeface="Microsoft Himalaya" pitchFamily="2" charset="0"/>
                  </a:rPr>
                  <a:t>Microcontroller</a:t>
                </a:r>
              </a:p>
              <a:p>
                <a:pPr algn="ctr" eaLnBrk="1" hangingPunct="1">
                  <a:buSzPct val="100000"/>
                </a:pPr>
                <a:r>
                  <a:rPr lang="en-US" altLang="zh-CN" sz="1400" b="1" dirty="0" smtClean="0">
                    <a:latin typeface="Microsoft JhengHei" pitchFamily="34" charset="-120"/>
                    <a:ea typeface="Microsoft JhengHei" pitchFamily="34" charset="-120"/>
                    <a:cs typeface="Microsoft Himalaya" pitchFamily="2" charset="0"/>
                  </a:rPr>
                  <a:t> </a:t>
                </a:r>
                <a:r>
                  <a:rPr lang="zh-CN" altLang="en-US" sz="1400" b="1" dirty="0" smtClean="0">
                    <a:latin typeface="Microsoft JhengHei" pitchFamily="34" charset="-120"/>
                    <a:ea typeface="Microsoft JhengHei" pitchFamily="34" charset="-120"/>
                    <a:cs typeface="Microsoft Himalaya" pitchFamily="2" charset="0"/>
                  </a:rPr>
                  <a:t>微控制器</a:t>
                </a:r>
                <a:endParaRPr lang="en-US" altLang="zh-CN" sz="1400" b="1" dirty="0" smtClean="0">
                  <a:latin typeface="Microsoft JhengHei" pitchFamily="34" charset="-120"/>
                  <a:ea typeface="Microsoft JhengHei" pitchFamily="34" charset="-120"/>
                  <a:cs typeface="Microsoft Himalaya" pitchFamily="2" charset="0"/>
                </a:endParaRPr>
              </a:p>
              <a:p>
                <a:pPr algn="ctr" eaLnBrk="1" hangingPunct="1">
                  <a:buSzPct val="100000"/>
                </a:pPr>
                <a:r>
                  <a:rPr lang="en-US" altLang="zh-CN" sz="1400" b="1" dirty="0" smtClean="0">
                    <a:latin typeface="Microsoft JhengHei" pitchFamily="34" charset="-120"/>
                    <a:ea typeface="Microsoft JhengHei" pitchFamily="34" charset="-120"/>
                    <a:cs typeface="Microsoft Himalaya" pitchFamily="2" charset="0"/>
                  </a:rPr>
                  <a:t>LPC824</a:t>
                </a:r>
              </a:p>
            </p:txBody>
          </p:sp>
          <p:cxnSp>
            <p:nvCxnSpPr>
              <p:cNvPr id="27" name="直接箭头连接符 95"/>
              <p:cNvCxnSpPr/>
              <p:nvPr/>
            </p:nvCxnSpPr>
            <p:spPr>
              <a:xfrm flipH="1" flipV="1">
                <a:off x="3392488" y="4371975"/>
                <a:ext cx="1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9" name="Picture 3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707904" y="4941168"/>
                <a:ext cx="916452" cy="326735"/>
              </a:xfrm>
              <a:prstGeom prst="rect">
                <a:avLst/>
              </a:prstGeom>
              <a:noFill/>
            </p:spPr>
          </p:pic>
        </p:grpSp>
        <p:pic>
          <p:nvPicPr>
            <p:cNvPr id="34" name="图片 33" descr="lapto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4414" y="1643050"/>
              <a:ext cx="1071570" cy="1071570"/>
            </a:xfrm>
            <a:prstGeom prst="rect">
              <a:avLst/>
            </a:prstGeom>
          </p:spPr>
        </p:pic>
        <p:sp>
          <p:nvSpPr>
            <p:cNvPr id="38" name="左右箭头 37"/>
            <p:cNvSpPr/>
            <p:nvPr/>
          </p:nvSpPr>
          <p:spPr>
            <a:xfrm>
              <a:off x="2357422" y="1857364"/>
              <a:ext cx="1214446" cy="428628"/>
            </a:xfrm>
            <a:prstGeom prst="leftRightArrow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+mj-lt"/>
                </a:rPr>
                <a:t>USB</a:t>
              </a:r>
              <a:endParaRPr lang="zh-CN" altLang="en-US" sz="1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9" name="上下箭头 38"/>
            <p:cNvSpPr/>
            <p:nvPr/>
          </p:nvSpPr>
          <p:spPr>
            <a:xfrm>
              <a:off x="4143372" y="2786058"/>
              <a:ext cx="428628" cy="928694"/>
            </a:xfrm>
            <a:prstGeom prst="upDownArrow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+mj-lt"/>
                </a:rPr>
                <a:t>SWD</a:t>
              </a:r>
              <a:endParaRPr lang="zh-CN" altLang="en-US" sz="160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>
            <a:xfrm rot="10800000">
              <a:off x="2285984" y="4000504"/>
              <a:ext cx="1285884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rot="10800000">
              <a:off x="2285984" y="4237968"/>
              <a:ext cx="1285884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 rot="10800000">
              <a:off x="2285984" y="4477420"/>
              <a:ext cx="1285884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 rot="10800000">
              <a:off x="2285984" y="4728447"/>
              <a:ext cx="1285884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 rot="10800000">
              <a:off x="2285984" y="4977486"/>
              <a:ext cx="1285884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2643174" y="3733388"/>
              <a:ext cx="71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/>
                <a:t>SDA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643174" y="3977354"/>
              <a:ext cx="71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/>
                <a:t>SCLK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643174" y="4214818"/>
              <a:ext cx="71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/>
                <a:t>A0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643174" y="4447768"/>
              <a:ext cx="71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/>
                <a:t>RST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643174" y="4714884"/>
              <a:ext cx="71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/>
                <a:t>CS</a:t>
              </a:r>
            </a:p>
          </p:txBody>
        </p:sp>
        <p:sp>
          <p:nvSpPr>
            <p:cNvPr id="59" name="Rectangle 15"/>
            <p:cNvSpPr>
              <a:spLocks noChangeArrowheads="1"/>
            </p:cNvSpPr>
            <p:nvPr/>
          </p:nvSpPr>
          <p:spPr bwMode="auto">
            <a:xfrm>
              <a:off x="7143768" y="3714752"/>
              <a:ext cx="1208074" cy="164307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ctr" eaLnBrk="1" hangingPunct="1">
                <a:buSzPct val="100000"/>
              </a:pPr>
              <a:r>
                <a:rPr lang="en-US" altLang="zh-CN" sz="1400" dirty="0" smtClean="0">
                  <a:latin typeface="Microsoft JhengHei" pitchFamily="34" charset="-120"/>
                  <a:ea typeface="Microsoft JhengHei" pitchFamily="34" charset="-120"/>
                  <a:cs typeface="Microsoft Himalaya" pitchFamily="2" charset="0"/>
                </a:rPr>
                <a:t>  </a:t>
              </a:r>
              <a:r>
                <a:rPr lang="en-US" altLang="zh-CN" sz="1400" b="1" dirty="0" smtClean="0">
                  <a:latin typeface="Microsoft JhengHei" pitchFamily="34" charset="-120"/>
                  <a:ea typeface="Microsoft JhengHei" pitchFamily="34" charset="-120"/>
                  <a:cs typeface="Microsoft Himalaya" pitchFamily="2" charset="0"/>
                </a:rPr>
                <a:t>Sensor</a:t>
              </a:r>
            </a:p>
            <a:p>
              <a:pPr algn="ctr" eaLnBrk="1" hangingPunct="1">
                <a:buSzPct val="100000"/>
              </a:pPr>
              <a:r>
                <a:rPr lang="en-US" altLang="zh-CN" sz="1400" b="1" dirty="0" smtClean="0">
                  <a:latin typeface="Microsoft JhengHei" pitchFamily="34" charset="-120"/>
                  <a:ea typeface="Microsoft JhengHei" pitchFamily="34" charset="-120"/>
                  <a:cs typeface="Microsoft Himalaya" pitchFamily="2" charset="0"/>
                </a:rPr>
                <a:t> </a:t>
              </a:r>
              <a:r>
                <a:rPr lang="zh-CN" altLang="en-US" sz="1400" b="1" dirty="0" smtClean="0">
                  <a:latin typeface="Microsoft JhengHei" pitchFamily="34" charset="-120"/>
                  <a:ea typeface="Microsoft JhengHei" pitchFamily="34" charset="-120"/>
                  <a:cs typeface="Microsoft Himalaya" pitchFamily="2" charset="0"/>
                </a:rPr>
                <a:t>传感器</a:t>
              </a:r>
              <a:endParaRPr lang="en-US" altLang="zh-CN" sz="1400" b="1" dirty="0" smtClean="0">
                <a:latin typeface="Microsoft JhengHei" pitchFamily="34" charset="-120"/>
                <a:ea typeface="Microsoft JhengHei" pitchFamily="34" charset="-120"/>
                <a:cs typeface="Microsoft Himalaya" pitchFamily="2" charset="0"/>
              </a:endParaRPr>
            </a:p>
            <a:p>
              <a:pPr algn="ctr" eaLnBrk="1" hangingPunct="1">
                <a:buSzPct val="100000"/>
              </a:pPr>
              <a:r>
                <a:rPr lang="en-US" altLang="zh-CN" sz="1400" b="1" dirty="0" smtClean="0">
                  <a:latin typeface="Microsoft JhengHei" pitchFamily="34" charset="-120"/>
                  <a:ea typeface="Microsoft JhengHei" pitchFamily="34" charset="-120"/>
                  <a:cs typeface="Microsoft Himalaya" pitchFamily="2" charset="0"/>
                </a:rPr>
                <a:t>VCNL4020</a:t>
              </a:r>
            </a:p>
          </p:txBody>
        </p:sp>
        <p:cxnSp>
          <p:nvCxnSpPr>
            <p:cNvPr id="60" name="直接箭头连接符 95"/>
            <p:cNvCxnSpPr/>
            <p:nvPr/>
          </p:nvCxnSpPr>
          <p:spPr>
            <a:xfrm flipH="1" flipV="1">
              <a:off x="6143791" y="4324610"/>
              <a:ext cx="1" cy="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图片 61" descr="vishay.gi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2396" y="4929198"/>
              <a:ext cx="428628" cy="302561"/>
            </a:xfrm>
            <a:prstGeom prst="rect">
              <a:avLst/>
            </a:prstGeom>
          </p:spPr>
        </p:pic>
        <p:sp>
          <p:nvSpPr>
            <p:cNvPr id="64" name="左右箭头 63"/>
            <p:cNvSpPr/>
            <p:nvPr/>
          </p:nvSpPr>
          <p:spPr>
            <a:xfrm>
              <a:off x="5143504" y="3857628"/>
              <a:ext cx="1857388" cy="428628"/>
            </a:xfrm>
            <a:prstGeom prst="leftRightArrow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smtClean="0">
                  <a:solidFill>
                    <a:schemeClr val="tx1"/>
                  </a:solidFill>
                  <a:latin typeface="+mj-lt"/>
                </a:rPr>
                <a:t>I2C</a:t>
              </a:r>
              <a:endParaRPr lang="zh-CN" altLang="en-US" sz="1600" dirty="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7500958" y="5715016"/>
              <a:ext cx="571504" cy="428628"/>
              <a:chOff x="6572264" y="2428868"/>
              <a:chExt cx="1071570" cy="714380"/>
            </a:xfrm>
          </p:grpSpPr>
          <p:sp>
            <p:nvSpPr>
              <p:cNvPr id="80" name="Rectangle 15"/>
              <p:cNvSpPr>
                <a:spLocks noChangeArrowheads="1"/>
              </p:cNvSpPr>
              <p:nvPr/>
            </p:nvSpPr>
            <p:spPr bwMode="auto">
              <a:xfrm>
                <a:off x="6572264" y="2428868"/>
                <a:ext cx="1071570" cy="714380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9pPr>
              </a:lstStyle>
              <a:p>
                <a:pPr algn="ctr" eaLnBrk="1" hangingPunct="1">
                  <a:buSzPct val="100000"/>
                </a:pPr>
                <a:endParaRPr lang="en-US" altLang="zh-CN" sz="1400" b="1" dirty="0" smtClean="0">
                  <a:latin typeface="Microsoft JhengHei" pitchFamily="34" charset="-120"/>
                  <a:ea typeface="Microsoft JhengHei" pitchFamily="34" charset="-120"/>
                  <a:cs typeface="Microsoft Himalaya" pitchFamily="2" charset="0"/>
                </a:endParaRPr>
              </a:p>
            </p:txBody>
          </p:sp>
          <p:pic>
            <p:nvPicPr>
              <p:cNvPr id="81" name="图片 80" descr="led.jp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715140" y="2571744"/>
                <a:ext cx="792314" cy="42862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89" name="肘形连接符 88"/>
            <p:cNvCxnSpPr>
              <a:endCxn id="67" idx="1"/>
            </p:cNvCxnSpPr>
            <p:nvPr/>
          </p:nvCxnSpPr>
          <p:spPr>
            <a:xfrm flipV="1">
              <a:off x="5143504" y="3214686"/>
              <a:ext cx="2286016" cy="571504"/>
            </a:xfrm>
            <a:prstGeom prst="bentConnector3">
              <a:avLst>
                <a:gd name="adj1" fmla="val 4625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肘形连接符 90"/>
            <p:cNvCxnSpPr>
              <a:endCxn id="80" idx="1"/>
            </p:cNvCxnSpPr>
            <p:nvPr/>
          </p:nvCxnSpPr>
          <p:spPr>
            <a:xfrm>
              <a:off x="5143504" y="5572140"/>
              <a:ext cx="2357454" cy="357190"/>
            </a:xfrm>
            <a:prstGeom prst="bentConnector3">
              <a:avLst>
                <a:gd name="adj1" fmla="val 34242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2" name="图片 91" descr="vishay.gi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72462" y="3071810"/>
              <a:ext cx="428628" cy="302561"/>
            </a:xfrm>
            <a:prstGeom prst="rect">
              <a:avLst/>
            </a:prstGeom>
          </p:spPr>
        </p:pic>
        <p:pic>
          <p:nvPicPr>
            <p:cNvPr id="93" name="图片 92" descr="vishay.gi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43900" y="5786454"/>
              <a:ext cx="428628" cy="302561"/>
            </a:xfrm>
            <a:prstGeom prst="rect">
              <a:avLst/>
            </a:prstGeom>
          </p:spPr>
        </p:pic>
        <p:sp>
          <p:nvSpPr>
            <p:cNvPr id="95" name="TextBox 94"/>
            <p:cNvSpPr txBox="1"/>
            <p:nvPr/>
          </p:nvSpPr>
          <p:spPr>
            <a:xfrm>
              <a:off x="6929454" y="6143644"/>
              <a:ext cx="19795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smtClean="0">
                  <a:latin typeface="Microsoft JhengHei" pitchFamily="34" charset="-120"/>
                  <a:ea typeface="Microsoft JhengHei" pitchFamily="34" charset="-120"/>
                </a:rPr>
                <a:t>4 * VSMF2890RGX01</a:t>
              </a:r>
              <a:endParaRPr lang="zh-CN" altLang="en-US" sz="1600" b="1" dirty="0">
                <a:latin typeface="Microsoft JhengHei" pitchFamily="34" charset="-120"/>
                <a:ea typeface="Microsoft JhengHei" pitchFamily="34" charset="-120"/>
              </a:endParaRP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7429520" y="3000372"/>
              <a:ext cx="571504" cy="428628"/>
              <a:chOff x="6572264" y="2428868"/>
              <a:chExt cx="1071570" cy="714380"/>
            </a:xfrm>
          </p:grpSpPr>
          <p:sp>
            <p:nvSpPr>
              <p:cNvPr id="67" name="Rectangle 15"/>
              <p:cNvSpPr>
                <a:spLocks noChangeArrowheads="1"/>
              </p:cNvSpPr>
              <p:nvPr/>
            </p:nvSpPr>
            <p:spPr bwMode="auto">
              <a:xfrm>
                <a:off x="6572264" y="2428868"/>
                <a:ext cx="1071570" cy="714380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9pPr>
              </a:lstStyle>
              <a:p>
                <a:pPr algn="ctr" eaLnBrk="1" hangingPunct="1">
                  <a:buSzPct val="100000"/>
                </a:pPr>
                <a:endParaRPr lang="en-US" altLang="zh-CN" sz="1400" b="1" dirty="0" smtClean="0">
                  <a:latin typeface="Microsoft JhengHei" pitchFamily="34" charset="-120"/>
                  <a:ea typeface="Microsoft JhengHei" pitchFamily="34" charset="-120"/>
                  <a:cs typeface="Microsoft Himalaya" pitchFamily="2" charset="0"/>
                </a:endParaRPr>
              </a:p>
            </p:txBody>
          </p:sp>
          <p:pic>
            <p:nvPicPr>
              <p:cNvPr id="68" name="图片 67" descr="led.jp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715140" y="2571744"/>
                <a:ext cx="792314" cy="42862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9" name="组合 68"/>
            <p:cNvGrpSpPr/>
            <p:nvPr/>
          </p:nvGrpSpPr>
          <p:grpSpPr>
            <a:xfrm rot="5400000">
              <a:off x="6429388" y="4500570"/>
              <a:ext cx="571504" cy="428628"/>
              <a:chOff x="6572264" y="2428868"/>
              <a:chExt cx="1071570" cy="714380"/>
            </a:xfrm>
          </p:grpSpPr>
          <p:sp>
            <p:nvSpPr>
              <p:cNvPr id="70" name="Rectangle 15"/>
              <p:cNvSpPr>
                <a:spLocks noChangeArrowheads="1"/>
              </p:cNvSpPr>
              <p:nvPr/>
            </p:nvSpPr>
            <p:spPr bwMode="auto">
              <a:xfrm>
                <a:off x="6572264" y="2428868"/>
                <a:ext cx="1071570" cy="714380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9pPr>
              </a:lstStyle>
              <a:p>
                <a:pPr algn="ctr" eaLnBrk="1" hangingPunct="1">
                  <a:buSzPct val="100000"/>
                </a:pPr>
                <a:endParaRPr lang="en-US" altLang="zh-CN" sz="1400" b="1" dirty="0" smtClean="0">
                  <a:latin typeface="Microsoft JhengHei" pitchFamily="34" charset="-120"/>
                  <a:ea typeface="Microsoft JhengHei" pitchFamily="34" charset="-120"/>
                  <a:cs typeface="Microsoft Himalaya" pitchFamily="2" charset="0"/>
                </a:endParaRPr>
              </a:p>
            </p:txBody>
          </p:sp>
          <p:pic>
            <p:nvPicPr>
              <p:cNvPr id="71" name="图片 70" descr="led.jp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715140" y="2571744"/>
                <a:ext cx="792314" cy="42862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" name="组合 71"/>
            <p:cNvGrpSpPr/>
            <p:nvPr/>
          </p:nvGrpSpPr>
          <p:grpSpPr>
            <a:xfrm rot="5400000">
              <a:off x="8429652" y="4500570"/>
              <a:ext cx="571504" cy="428628"/>
              <a:chOff x="6572264" y="2428868"/>
              <a:chExt cx="1071570" cy="714380"/>
            </a:xfrm>
          </p:grpSpPr>
          <p:sp>
            <p:nvSpPr>
              <p:cNvPr id="73" name="Rectangle 15"/>
              <p:cNvSpPr>
                <a:spLocks noChangeArrowheads="1"/>
              </p:cNvSpPr>
              <p:nvPr/>
            </p:nvSpPr>
            <p:spPr bwMode="auto">
              <a:xfrm>
                <a:off x="6572264" y="2428868"/>
                <a:ext cx="1071570" cy="714380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-120"/>
                  </a:defRPr>
                </a:lvl9pPr>
              </a:lstStyle>
              <a:p>
                <a:pPr algn="ctr" eaLnBrk="1" hangingPunct="1">
                  <a:buSzPct val="100000"/>
                </a:pPr>
                <a:endParaRPr lang="en-US" altLang="zh-CN" sz="1400" b="1" dirty="0" smtClean="0">
                  <a:latin typeface="Microsoft JhengHei" pitchFamily="34" charset="-120"/>
                  <a:ea typeface="Microsoft JhengHei" pitchFamily="34" charset="-120"/>
                  <a:cs typeface="Microsoft Himalaya" pitchFamily="2" charset="0"/>
                </a:endParaRPr>
              </a:p>
            </p:txBody>
          </p:sp>
          <p:pic>
            <p:nvPicPr>
              <p:cNvPr id="74" name="图片 73" descr="led.jp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715140" y="2571744"/>
                <a:ext cx="792314" cy="42862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3" name="图片 82" descr="vishay.gi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0826" y="5072074"/>
              <a:ext cx="428628" cy="302561"/>
            </a:xfrm>
            <a:prstGeom prst="rect">
              <a:avLst/>
            </a:prstGeom>
          </p:spPr>
        </p:pic>
        <p:pic>
          <p:nvPicPr>
            <p:cNvPr id="84" name="图片 83" descr="vishay.gi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01090" y="4071942"/>
              <a:ext cx="428628" cy="302561"/>
            </a:xfrm>
            <a:prstGeom prst="rect">
              <a:avLst/>
            </a:prstGeom>
          </p:spPr>
        </p:pic>
        <p:cxnSp>
          <p:nvCxnSpPr>
            <p:cNvPr id="90" name="直接箭头连接符 89"/>
            <p:cNvCxnSpPr>
              <a:stCxn id="9" idx="3"/>
              <a:endCxn id="70" idx="2"/>
            </p:cNvCxnSpPr>
            <p:nvPr/>
          </p:nvCxnSpPr>
          <p:spPr>
            <a:xfrm>
              <a:off x="5137132" y="4714884"/>
              <a:ext cx="136369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肘形连接符 98"/>
            <p:cNvCxnSpPr/>
            <p:nvPr/>
          </p:nvCxnSpPr>
          <p:spPr>
            <a:xfrm>
              <a:off x="5143504" y="4929198"/>
              <a:ext cx="2571768" cy="642942"/>
            </a:xfrm>
            <a:prstGeom prst="bentConnector3">
              <a:avLst>
                <a:gd name="adj1" fmla="val 42778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7715272" y="5572140"/>
              <a:ext cx="100013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/>
            <p:cNvCxnSpPr>
              <a:endCxn id="73" idx="3"/>
            </p:cNvCxnSpPr>
            <p:nvPr/>
          </p:nvCxnSpPr>
          <p:spPr>
            <a:xfrm rot="5400000" flipH="1" flipV="1">
              <a:off x="8429652" y="5286388"/>
              <a:ext cx="57150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43693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85813" y="1230313"/>
            <a:ext cx="778671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手势识别，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LCD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显示手势运动方向。</a:t>
            </a:r>
            <a:endParaRPr lang="en-US" altLang="zh-CN" dirty="0" smtClean="0">
              <a:latin typeface="微软雅黑" pitchFamily="34" charset="-122"/>
              <a:ea typeface="微软雅黑" pitchFamily="34" charset="-122"/>
              <a:cs typeface="Verdana" panose="020B0604030504040204" pitchFamily="34" charset="0"/>
              <a:sym typeface="Arial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兼容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arduino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接口。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Verdana" panose="020B0604030504040204" pitchFamily="34" charset="0"/>
              <a:sym typeface="Arial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Verdana" panose="020B0604030504040204" pitchFamily="34" charset="0"/>
                <a:sym typeface="Arial" pitchFamily="34" charset="0"/>
              </a:rPr>
              <a:t>集成调试器，无需第三方调试器。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Verdana" panose="020B0604030504040204" pitchFamily="34" charset="0"/>
              <a:sym typeface="Arial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endParaRPr lang="en-US" altLang="zh-CN" dirty="0">
              <a:latin typeface="微軟正黑體" panose="020B0604030504040204" pitchFamily="34" charset="-120"/>
              <a:ea typeface="微軟正黑體" panose="020B0604030504040204" pitchFamily="34" charset="-120"/>
              <a:cs typeface="Verdana" panose="020B0604030504040204" pitchFamily="34" charset="0"/>
              <a:sym typeface="Arial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469900"/>
            <a:ext cx="9144000" cy="763588"/>
          </a:xfrm>
          <a:prstGeom prst="rect">
            <a:avLst/>
          </a:prstGeom>
        </p:spPr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/>
            <a:r>
              <a:rPr kumimoji="0" lang="en-US" altLang="zh-CN" sz="3200" b="1" dirty="0"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3. Function Description</a:t>
            </a:r>
            <a:r>
              <a:rPr kumimoji="0" lang="en-US" altLang="zh-TW" sz="32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endParaRPr kumimoji="0" lang="en-US" altLang="zh-CN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5518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973138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altLang="zh-CN" sz="3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Arial Unicode MS" pitchFamily="34" charset="-120"/>
              </a:rPr>
              <a:t>4. Schedule</a:t>
            </a:r>
            <a:endParaRPr lang="en-US" altLang="zh-CN" sz="32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31640" y="1772816"/>
            <a:ext cx="6192688" cy="2973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完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成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修改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原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理图</a:t>
            </a:r>
            <a:endParaRPr lang="en-US" altLang="zh-CN" dirty="0" smtClean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en-US" altLang="zh-CN" dirty="0" smtClean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	                                     —— before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2016.05.30</a:t>
            </a:r>
            <a:endParaRPr lang="en-US" altLang="zh-CN" dirty="0" smtClean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完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成修改后的原理图的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PCB Layout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en-US" altLang="zh-CN" dirty="0" smtClean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                                     ——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before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2016.05.31</a:t>
            </a:r>
            <a:endParaRPr lang="en-US" altLang="zh-CN" dirty="0" smtClean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发出去洗板</a:t>
            </a:r>
            <a:endParaRPr lang="en-US" altLang="zh-CN" dirty="0" smtClean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en-US" altLang="zh-CN" dirty="0" smtClean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	                                     —— before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2016.06.01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4.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完成贴片</a:t>
            </a:r>
            <a:endParaRPr lang="en-US" altLang="zh-CN" dirty="0" smtClean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en-US" altLang="zh-CN" dirty="0" smtClean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	                                     —— before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2016.06.10</a:t>
            </a:r>
            <a:endParaRPr lang="zh-CN" altLang="en-US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7806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9597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PMingLiU"/>
        <a:cs typeface=""/>
      </a:majorFont>
      <a:minorFont>
        <a:latin typeface="Arial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PMingLiU"/>
        <a:cs typeface=""/>
      </a:majorFont>
      <a:minorFont>
        <a:latin typeface="Arial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PMingLiU"/>
        <a:cs typeface=""/>
      </a:majorFont>
      <a:minorFont>
        <a:latin typeface="Arial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9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0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1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PMingLiU"/>
        <a:cs typeface=""/>
      </a:majorFont>
      <a:minorFont>
        <a:latin typeface="Arial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2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3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PMingLiU"/>
        <a:cs typeface=""/>
      </a:majorFont>
      <a:minorFont>
        <a:latin typeface="Arial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TW" sz="40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itchFamily="34" charset="0"/>
            <a:ea typeface="PMingLiU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4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5_WPG Corp">
  <a:themeElements>
    <a:clrScheme name="WPG Co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PG Corp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WPG Co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PG Co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PG Co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_PPT(bg)_WPIg(TW)_011911">
  <a:themeElements>
    <a:clrScheme name="PPT(bg)_WPIg(TW)_0119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(bg)_WPIg(TW)_01191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PPT(bg)_WPIg(TW)_01191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2_PPT(bg)_WPIg(TW)_011911">
  <a:themeElements>
    <a:clrScheme name="PPT(bg)_WPIg(TW)_0119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(bg)_WPIg(TW)_01191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PPT(bg)_WPIg(TW)_01191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2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3_PPT(bg)_WPIg(TW)_011911">
  <a:themeElements>
    <a:clrScheme name="PPT(bg)_WPIg(TW)_0119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(bg)_WPIg(TW)_01191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PPT(bg)_WPIg(TW)_01191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4_PPT(bg)_WPIg(TW)_011911">
  <a:themeElements>
    <a:clrScheme name="PPT(bg)_WPIg(TW)_0119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(bg)_WPIg(TW)_01191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PPT(bg)_WPIg(TW)_01191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5_PPT(bg)_WPIg(TW)_011911">
  <a:themeElements>
    <a:clrScheme name="PPT(bg)_WPIg(TW)_0119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(bg)_WPIg(TW)_01191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PPT(bg)_WPIg(TW)_01191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(bg)_WPIg(TW)_01191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(bg)_WPIg(TW)_01191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26280</TotalTime>
  <Words>142</Words>
  <Application>Microsoft Office PowerPoint</Application>
  <PresentationFormat>全屏显示(4:3)</PresentationFormat>
  <Paragraphs>53</Paragraphs>
  <Slides>7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22</vt:i4>
      </vt:variant>
      <vt:variant>
        <vt:lpstr>幻灯片标题</vt:lpstr>
      </vt:variant>
      <vt:variant>
        <vt:i4>7</vt:i4>
      </vt:variant>
      <vt:variant>
        <vt:lpstr>自定义放映</vt:lpstr>
      </vt:variant>
      <vt:variant>
        <vt:i4>1</vt:i4>
      </vt:variant>
    </vt:vector>
  </HeadingPairs>
  <TitlesOfParts>
    <vt:vector size="30" baseType="lpstr">
      <vt:lpstr>WPG Corp</vt:lpstr>
      <vt:lpstr>1_WPG Corp</vt:lpstr>
      <vt:lpstr>2_WPG Corp</vt:lpstr>
      <vt:lpstr>3_WPG Corp</vt:lpstr>
      <vt:lpstr>4_WPG Corp</vt:lpstr>
      <vt:lpstr>5_WPG Corp</vt:lpstr>
      <vt:lpstr>6_WPG Corp</vt:lpstr>
      <vt:lpstr>7_WPG Corp</vt:lpstr>
      <vt:lpstr>8_WPG Corp</vt:lpstr>
      <vt:lpstr>9_WPG Corp</vt:lpstr>
      <vt:lpstr>10_WPG Corp</vt:lpstr>
      <vt:lpstr>11_WPG Corp</vt:lpstr>
      <vt:lpstr>12_WPG Corp</vt:lpstr>
      <vt:lpstr>13_WPG Corp</vt:lpstr>
      <vt:lpstr>14_WPG Corp</vt:lpstr>
      <vt:lpstr>15_WPG Corp</vt:lpstr>
      <vt:lpstr>1_PPT(bg)_WPIg(TW)_011911</vt:lpstr>
      <vt:lpstr>2_PPT(bg)_WPIg(TW)_011911</vt:lpstr>
      <vt:lpstr>2_Office 佈景主題</vt:lpstr>
      <vt:lpstr>3_PPT(bg)_WPIg(TW)_011911</vt:lpstr>
      <vt:lpstr>4_PPT(bg)_WPIg(TW)_011911</vt:lpstr>
      <vt:lpstr>5_PPT(bg)_WPIg(TW)_011911</vt:lpstr>
      <vt:lpstr>方案设计 PPT  P15-097 Oscar-Hand Cream （Vishay 手势辨别+ NXP LPC824 Demo Board）</vt:lpstr>
      <vt:lpstr>Agenda</vt:lpstr>
      <vt:lpstr>1. Version History</vt:lpstr>
      <vt:lpstr>幻灯片 4</vt:lpstr>
      <vt:lpstr>幻灯片 5</vt:lpstr>
      <vt:lpstr>4. Schedule</vt:lpstr>
      <vt:lpstr>幻灯片 7</vt:lpstr>
      <vt:lpstr>自定义放映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smile.zhang</dc:creator>
  <cp:lastModifiedBy>asus</cp:lastModifiedBy>
  <cp:revision>2322</cp:revision>
  <dcterms:created xsi:type="dcterms:W3CDTF">2013-01-08T02:56:52Z</dcterms:created>
  <dcterms:modified xsi:type="dcterms:W3CDTF">2016-05-31T04:06:13Z</dcterms:modified>
</cp:coreProperties>
</file>