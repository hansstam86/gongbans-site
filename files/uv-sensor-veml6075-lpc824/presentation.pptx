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15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Masters/slideMaster19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258.xml" ContentType="application/vnd.openxmlformats-officedocument.presentationml.slideLayout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18.xml" ContentType="application/vnd.openxmlformats-officedocument.theme+xml"/>
  <Override PartName="/ppt/slideLayouts/slideLayout247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02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Layouts/slideLayout225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50.xml" ContentType="application/vnd.openxmlformats-officedocument.presentationml.slideLayout+xml"/>
  <Override PartName="/ppt/theme/theme21.xml" ContentType="application/vnd.openxmlformats-officedocument.theme+xml"/>
  <Override PartName="/ppt/slideLayouts/slideLayout261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Layouts/slideLayout187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90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slideMaster16.xml" ContentType="application/vnd.openxmlformats-officedocument.presentationml.slideMaster+xml"/>
  <Override PartName="/ppt/slideLayouts/slideLayout32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219.xml" ContentType="application/vnd.openxmlformats-officedocument.presentationml.slideLayout+xml"/>
  <Override PartName="/docProps/app.xml" ContentType="application/vnd.openxmlformats-officedocument.extended-properties+xml"/>
  <Override PartName="/ppt/slideLayouts/slideLayout2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5.xml" ContentType="application/vnd.openxmlformats-officedocument.theme+xml"/>
  <Override PartName="/ppt/slideLayouts/slideLayout23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Layouts/slideLayout20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23.xml" ContentType="application/vnd.openxmlformats-officedocument.theme+xml"/>
  <Override PartName="/ppt/slideLayouts/slideLayout89.xml" ContentType="application/vnd.openxmlformats-officedocument.presentationml.slideLayout+xml"/>
  <Override PartName="/ppt/theme/theme12.xml" ContentType="application/vnd.openxmlformats-officedocument.theme+xml"/>
  <Override PartName="/ppt/slideLayouts/slideLayout189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8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Masters/slideMaster18.xml" ContentType="application/vnd.openxmlformats-officedocument.presentationml.slideMaster+xml"/>
  <Default Extension="jpeg" ContentType="image/jpeg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Masters/slideMaster14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7.xml" ContentType="application/vnd.openxmlformats-officedocument.theme+xml"/>
  <Override PartName="/ppt/slideLayouts/slideLayout217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Masters/slideMaster21.xml" ContentType="application/vnd.openxmlformats-officedocument.presentationml.slideMaster+xml"/>
  <Override PartName="/ppt/slideLayouts/slideLayout206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theme/theme13.xml" ContentType="application/vnd.openxmlformats-officedocument.theme+xml"/>
  <Override PartName="/ppt/slideLayouts/slideLayout179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theme/theme20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Masters/slideMaster15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54.xml" ContentType="application/vnd.openxmlformats-officedocument.presentationml.slideLayout+xml"/>
  <Override PartName="/ppt/theme/theme14.xml" ContentType="application/vnd.openxmlformats-officedocument.theme+xml"/>
  <Override PartName="/ppt/slideLayouts/slideLayout243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Masters/slideMaster4.xml" ContentType="application/vnd.openxmlformats-officedocument.presentationml.slideMaster+xml"/>
  <Override PartName="/ppt/viewProps.xml" ContentType="application/vnd.openxmlformats-officedocument.presentationml.viewProps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9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theme/theme19.xml" ContentType="application/vnd.openxmlformats-officedocument.theme+xml"/>
  <Override PartName="/ppt/slideLayouts/slideLayout248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215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22.xml" ContentType="application/vnd.openxmlformats-officedocument.theme+xml"/>
  <Override PartName="/ppt/slideLayouts/slideLayout88.xml" ContentType="application/vnd.openxmlformats-officedocument.presentationml.slideLayout+xml"/>
  <Override PartName="/ppt/theme/theme11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240.xml" ContentType="application/vnd.openxmlformats-officedocument.presentationml.slide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91.xml" ContentType="application/vnd.openxmlformats-officedocument.presentationml.slideLayout+xml"/>
  <Default Extension="rels" ContentType="application/vnd.openxmlformats-package.relationships+xml"/>
  <Override PartName="/ppt/slideMasters/slideMaster17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6.xml" ContentType="application/vnd.openxmlformats-officedocument.theme+xml"/>
  <Override PartName="/ppt/slideLayouts/slideLayout245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slideMaster20.xml" ContentType="application/vnd.openxmlformats-officedocument.presentationml.slideMaster+xml"/>
  <Override PartName="/ppt/theme/theme8.xml" ContentType="application/vnd.openxmlformats-officedocument.theme+xml"/>
  <Override PartName="/ppt/slideLayouts/slideLayout22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87" r:id="rId3"/>
    <p:sldMasterId id="2147483699" r:id="rId4"/>
    <p:sldMasterId id="2147483711" r:id="rId5"/>
    <p:sldMasterId id="2147483723" r:id="rId6"/>
    <p:sldMasterId id="2147483735" r:id="rId7"/>
    <p:sldMasterId id="2147483747" r:id="rId8"/>
    <p:sldMasterId id="2147483759" r:id="rId9"/>
    <p:sldMasterId id="2147483771" r:id="rId10"/>
    <p:sldMasterId id="2147483786" r:id="rId11"/>
    <p:sldMasterId id="2147483801" r:id="rId12"/>
    <p:sldMasterId id="2147483813" r:id="rId13"/>
    <p:sldMasterId id="2147483828" r:id="rId14"/>
    <p:sldMasterId id="2147483840" r:id="rId15"/>
    <p:sldMasterId id="2147483856" r:id="rId16"/>
    <p:sldMasterId id="2147483871" r:id="rId17"/>
    <p:sldMasterId id="2147483883" r:id="rId18"/>
    <p:sldMasterId id="2147483895" r:id="rId19"/>
    <p:sldMasterId id="2147483907" r:id="rId20"/>
    <p:sldMasterId id="2147483919" r:id="rId21"/>
    <p:sldMasterId id="2147483931" r:id="rId22"/>
  </p:sldMasterIdLst>
  <p:notesMasterIdLst>
    <p:notesMasterId r:id="rId30"/>
  </p:notesMasterIdLst>
  <p:sldIdLst>
    <p:sldId id="256" r:id="rId23"/>
    <p:sldId id="262" r:id="rId24"/>
    <p:sldId id="259" r:id="rId25"/>
    <p:sldId id="264" r:id="rId26"/>
    <p:sldId id="258" r:id="rId27"/>
    <p:sldId id="260" r:id="rId28"/>
    <p:sldId id="265" r:id="rId29"/>
  </p:sldIdLst>
  <p:sldSz cx="9144000" cy="6858000" type="screen4x3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89A4A7"/>
    <a:srgbClr val="00C417"/>
    <a:srgbClr val="C0C0C0"/>
    <a:srgbClr val="89A7A7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21" autoAdjust="0"/>
  </p:normalViewPr>
  <p:slideViewPr>
    <p:cSldViewPr snapToObjects="1">
      <p:cViewPr>
        <p:scale>
          <a:sx n="80" d="100"/>
          <a:sy n="80" d="100"/>
        </p:scale>
        <p:origin x="-1002" y="636"/>
      </p:cViewPr>
      <p:guideLst>
        <p:guide orient="horz" pos="2387"/>
        <p:guide pos="9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2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25E84-F046-4466-A385-F32B5E76FCFB}" type="datetimeFigureOut">
              <a:rPr lang="zh-CN" altLang="en-US" smtClean="0"/>
              <a:pPr/>
              <a:t>2015/12/2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44D4E-98B8-498B-98A6-B3D66C38B8B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44D4E-98B8-498B-98A6-B3D66C38B8B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>
              <a:ea typeface="宋体" charset="-122"/>
            </a:endParaRPr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B5A1411-EB5C-4ED5-AC80-15166B4888FB}" type="slidenum">
              <a:rPr lang="zh-CN" altLang="en-US" smtClean="0"/>
              <a:pPr/>
              <a:t>4</a:t>
            </a:fld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9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9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rp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188" y="6237288"/>
            <a:ext cx="11033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53313" y="65976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TW" sz="1000" b="1" dirty="0">
                <a:solidFill>
                  <a:srgbClr val="000000"/>
                </a:solidFill>
                <a:latin typeface="+mn-lt"/>
                <a:ea typeface="+mn-ea"/>
              </a:rPr>
              <a:t>World Peace Group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19125" y="3213100"/>
            <a:ext cx="6400800" cy="1752600"/>
          </a:xfrm>
        </p:spPr>
        <p:txBody>
          <a:bodyPr/>
          <a:lstStyle>
            <a:lvl1pPr marL="0" indent="0">
              <a:buFontTx/>
              <a:buNone/>
              <a:defRPr kumimoji="0" b="1"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zh-TW" altLang="en-US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1628775"/>
            <a:ext cx="7772400" cy="1470025"/>
          </a:xfrm>
        </p:spPr>
        <p:txBody>
          <a:bodyPr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0"/>
            <a:ext cx="8699500" cy="623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838200"/>
            <a:ext cx="8242300" cy="5399088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rp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188" y="6237288"/>
            <a:ext cx="11033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53313" y="65976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TW" sz="1000" b="1" dirty="0">
                <a:solidFill>
                  <a:srgbClr val="000000"/>
                </a:solidFill>
                <a:ea typeface="新細明體" pitchFamily="18" charset="-120"/>
              </a:rPr>
              <a:t>World Peace Group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19125" y="3213100"/>
            <a:ext cx="6400800" cy="1752600"/>
          </a:xfrm>
        </p:spPr>
        <p:txBody>
          <a:bodyPr/>
          <a:lstStyle>
            <a:lvl1pPr marL="0" indent="0">
              <a:buFontTx/>
              <a:buNone/>
              <a:defRPr kumimoji="0" b="1"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zh-TW" altLang="en-US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1628775"/>
            <a:ext cx="7772400" cy="1470025"/>
          </a:xfrm>
        </p:spPr>
        <p:txBody>
          <a:bodyPr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0"/>
            <a:ext cx="8699500" cy="623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838200"/>
            <a:ext cx="8242300" cy="5399088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rp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188" y="6237288"/>
            <a:ext cx="11033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53313" y="65976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TW" sz="1000" b="1" dirty="0">
                <a:solidFill>
                  <a:srgbClr val="000000"/>
                </a:solidFill>
                <a:latin typeface="Arial"/>
                <a:ea typeface="新細明體"/>
              </a:rPr>
              <a:t>World Peace Group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19125" y="3213100"/>
            <a:ext cx="6400800" cy="1752600"/>
          </a:xfrm>
        </p:spPr>
        <p:txBody>
          <a:bodyPr/>
          <a:lstStyle>
            <a:lvl1pPr marL="0" indent="0">
              <a:buFontTx/>
              <a:buNone/>
              <a:defRPr kumimoji="0" b="1"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zh-TW" altLang="en-US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1628775"/>
            <a:ext cx="7772400" cy="1470025"/>
          </a:xfrm>
        </p:spPr>
        <p:txBody>
          <a:bodyPr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0"/>
            <a:ext cx="8699500" cy="623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838200"/>
            <a:ext cx="8242300" cy="5399088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rp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188" y="6237288"/>
            <a:ext cx="11033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53313" y="65976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TW" sz="1000" b="1" dirty="0">
                <a:solidFill>
                  <a:srgbClr val="000000"/>
                </a:solidFill>
                <a:ea typeface="新細明體" pitchFamily="18" charset="-120"/>
              </a:rPr>
              <a:t>World Peace Group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19125" y="3213100"/>
            <a:ext cx="6400800" cy="1752600"/>
          </a:xfrm>
        </p:spPr>
        <p:txBody>
          <a:bodyPr/>
          <a:lstStyle>
            <a:lvl1pPr marL="0" indent="0">
              <a:buFontTx/>
              <a:buNone/>
              <a:defRPr kumimoji="0" b="1"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zh-TW" altLang="en-US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1628775"/>
            <a:ext cx="7772400" cy="1470025"/>
          </a:xfrm>
        </p:spPr>
        <p:txBody>
          <a:bodyPr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0"/>
            <a:ext cx="8699500" cy="623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838200"/>
            <a:ext cx="8242300" cy="5399088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</p:spTree>
  </p:cSld>
  <p:clrMapOvr>
    <a:masterClrMapping/>
  </p:clrMapOvr>
  <p:transition>
    <p:cover dir="r"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rp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188" y="6237288"/>
            <a:ext cx="11033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53313" y="65976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TW" sz="1000" b="1" dirty="0">
                <a:solidFill>
                  <a:srgbClr val="000000"/>
                </a:solidFill>
                <a:ea typeface="新細明體" pitchFamily="18" charset="-120"/>
              </a:rPr>
              <a:t>World Peace Group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19125" y="3213100"/>
            <a:ext cx="6400800" cy="1752600"/>
          </a:xfrm>
        </p:spPr>
        <p:txBody>
          <a:bodyPr/>
          <a:lstStyle>
            <a:lvl1pPr marL="0" indent="0">
              <a:buFontTx/>
              <a:buNone/>
              <a:defRPr kumimoji="0" b="1"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zh-TW" altLang="en-US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1628775"/>
            <a:ext cx="7772400" cy="1470025"/>
          </a:xfrm>
        </p:spPr>
        <p:txBody>
          <a:bodyPr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0"/>
            <a:ext cx="8699500" cy="623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838200"/>
            <a:ext cx="8242300" cy="5399088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</p:spTree>
  </p:cSld>
  <p:clrMapOvr>
    <a:masterClrMapping/>
  </p:clrMapOvr>
  <p:transition>
    <p:cover dir="r"/>
  </p:transition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rp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188" y="6237288"/>
            <a:ext cx="11033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53313" y="65976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TW" sz="1000" b="1" dirty="0">
                <a:solidFill>
                  <a:srgbClr val="000000"/>
                </a:solidFill>
                <a:latin typeface="Arial"/>
                <a:ea typeface="新細明體"/>
              </a:rPr>
              <a:t>World Peace Group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19125" y="3213100"/>
            <a:ext cx="6400800" cy="1752600"/>
          </a:xfrm>
        </p:spPr>
        <p:txBody>
          <a:bodyPr/>
          <a:lstStyle>
            <a:lvl1pPr marL="0" indent="0">
              <a:buFontTx/>
              <a:buNone/>
              <a:defRPr kumimoji="0" b="1"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zh-TW" altLang="en-US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1628775"/>
            <a:ext cx="7772400" cy="1470025"/>
          </a:xfrm>
        </p:spPr>
        <p:txBody>
          <a:bodyPr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</p:spTree>
  </p:cSld>
  <p:clrMapOvr>
    <a:masterClrMapping/>
  </p:clrMapOvr>
  <p:transition/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0"/>
            <a:ext cx="8699500" cy="623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838200"/>
            <a:ext cx="8242300" cy="5399088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2B14A-B38C-4121-9E13-87EBAFD687C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2B14A-B38C-4121-9E13-87EBAFD687C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276872"/>
            <a:ext cx="7772400" cy="1323578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3568" y="3692624"/>
            <a:ext cx="6400800" cy="672480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2015/12/2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14602571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>
                <a:latin typeface="+mj-lt"/>
                <a:ea typeface="+mj-ea"/>
              </a:defRPr>
            </a:lvl1pPr>
            <a:lvl2pPr>
              <a:defRPr>
                <a:latin typeface="+mj-lt"/>
                <a:ea typeface="+mj-ea"/>
              </a:defRPr>
            </a:lvl2pPr>
            <a:lvl3pPr>
              <a:defRPr>
                <a:latin typeface="+mj-lt"/>
                <a:ea typeface="+mj-ea"/>
              </a:defRPr>
            </a:lvl3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2015/12/2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76840943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2015/12/2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75785885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>
                <a:latin typeface="+mj-lt"/>
                <a:ea typeface="+mj-ea"/>
              </a:defRPr>
            </a:lvl1pPr>
            <a:lvl2pPr>
              <a:defRPr sz="1600">
                <a:latin typeface="+mj-lt"/>
                <a:ea typeface="+mj-ea"/>
              </a:defRPr>
            </a:lvl2pPr>
            <a:lvl3pPr>
              <a:defRPr sz="1400">
                <a:latin typeface="+mj-lt"/>
                <a:ea typeface="+mj-ea"/>
              </a:defRPr>
            </a:lvl3pPr>
            <a:lvl4pPr>
              <a:defRPr sz="1800">
                <a:latin typeface="+mj-ea"/>
                <a:ea typeface="+mj-ea"/>
              </a:defRPr>
            </a:lvl4pPr>
            <a:lvl5pPr>
              <a:defRPr sz="1800">
                <a:latin typeface="+mj-ea"/>
                <a:ea typeface="+mj-ea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>
                <a:latin typeface="+mj-lt"/>
                <a:ea typeface="+mj-ea"/>
              </a:defRPr>
            </a:lvl1pPr>
            <a:lvl2pPr>
              <a:defRPr sz="1600">
                <a:latin typeface="+mj-lt"/>
                <a:ea typeface="+mj-ea"/>
              </a:defRPr>
            </a:lvl2pPr>
            <a:lvl3pPr>
              <a:defRPr sz="1400">
                <a:latin typeface="+mj-lt"/>
                <a:ea typeface="+mj-ea"/>
              </a:defRPr>
            </a:lvl3pPr>
            <a:lvl4pPr>
              <a:defRPr sz="1800">
                <a:latin typeface="+mj-ea"/>
                <a:ea typeface="+mj-ea"/>
              </a:defRPr>
            </a:lvl4pPr>
            <a:lvl5pPr>
              <a:defRPr sz="1800">
                <a:latin typeface="+mj-ea"/>
                <a:ea typeface="+mj-ea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2015/12/2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9051225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000">
                <a:latin typeface="+mj-lt"/>
              </a:defRPr>
            </a:lvl1pPr>
            <a:lvl2pPr>
              <a:defRPr sz="16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000">
                <a:latin typeface="+mj-lt"/>
              </a:defRPr>
            </a:lvl1pPr>
            <a:lvl2pPr>
              <a:defRPr sz="16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2015/12/2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84879856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2015/12/2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01533098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2015/12/2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05039832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800" b="1"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000" b="1">
                <a:latin typeface="+mj-lt"/>
              </a:defRPr>
            </a:lvl1pPr>
            <a:lvl2pPr>
              <a:defRPr sz="16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2015/12/2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41843459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2015/12/2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52560222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1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2015/12/2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05791319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 b="1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2015/12/2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11468830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418D71-52A6-4735-9CA5-4FAD66FC0133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AAD16-A857-4028-9486-D7E071043EE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2B8D4-38EF-4596-8903-73542B830696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A24AF-F13E-4A5F-93B5-08ABD703ACF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D9B4F-6108-449B-9D69-56F2132C2436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DC3A5-5902-423A-884C-C619D89F737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56DB6-9700-4461-AACC-EABD245477AF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2B14A-B38C-4121-9E13-87EBAFD687C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E50D5-EC60-4BF4-A034-B8B2404197A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79990F-1A64-406F-AE1B-3157A609E71C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5DD60-F591-4291-85EF-3C27734F05B3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D83775-3EAE-4752-A063-0B5DD2674E87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418D71-52A6-4735-9CA5-4FAD66FC0133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AAD16-A857-4028-9486-D7E071043EE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2B8D4-38EF-4596-8903-73542B830696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A24AF-F13E-4A5F-93B5-08ABD703ACF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D9B4F-6108-449B-9D69-56F2132C2436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DC3A5-5902-423A-884C-C619D89F737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56DB6-9700-4461-AACC-EABD245477AF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2B14A-B38C-4121-9E13-87EBAFD687C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E50D5-EC60-4BF4-A034-B8B2404197A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79990F-1A64-406F-AE1B-3157A609E71C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5DD60-F591-4291-85EF-3C27734F05B3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D83775-3EAE-4752-A063-0B5DD2674E87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418D71-52A6-4735-9CA5-4FAD66FC0133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AAD16-A857-4028-9486-D7E071043EE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2B8D4-38EF-4596-8903-73542B830696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A24AF-F13E-4A5F-93B5-08ABD703ACF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D9B4F-6108-449B-9D69-56F2132C2436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DC3A5-5902-423A-884C-C619D89F737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56DB6-9700-4461-AACC-EABD245477AF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2B14A-B38C-4121-9E13-87EBAFD687C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E50D5-EC60-4BF4-A034-B8B2404197A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79990F-1A64-406F-AE1B-3157A609E71C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5DD60-F591-4291-85EF-3C27734F05B3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D83775-3EAE-4752-A063-0B5DD2674E87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2015/12/2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04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5" Type="http://schemas.openxmlformats.org/officeDocument/2006/relationships/theme" Target="../theme/theme10.xml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6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4.xml"/><Relationship Id="rId13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3.xml"/><Relationship Id="rId12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18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1.xml"/><Relationship Id="rId15" Type="http://schemas.openxmlformats.org/officeDocument/2006/relationships/theme" Target="../theme/theme11.xml"/><Relationship Id="rId10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Relationship Id="rId14" Type="http://schemas.openxmlformats.org/officeDocument/2006/relationships/slideLayout" Target="../slideLayouts/slideLayout130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9.xml"/><Relationship Id="rId13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8.xml"/><Relationship Id="rId12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4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46.xml"/><Relationship Id="rId15" Type="http://schemas.openxmlformats.org/officeDocument/2006/relationships/theme" Target="../theme/theme13.xml"/><Relationship Id="rId10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50.xml"/><Relationship Id="rId14" Type="http://schemas.openxmlformats.org/officeDocument/2006/relationships/slideLayout" Target="../slideLayouts/slideLayout155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8.xml"/><Relationship Id="rId7" Type="http://schemas.openxmlformats.org/officeDocument/2006/relationships/slideLayout" Target="../slideLayouts/slideLayout162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56.xml"/><Relationship Id="rId6" Type="http://schemas.openxmlformats.org/officeDocument/2006/relationships/slideLayout" Target="../slideLayouts/slideLayout161.xml"/><Relationship Id="rId11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0.xml"/><Relationship Id="rId10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59.xml"/><Relationship Id="rId9" Type="http://schemas.openxmlformats.org/officeDocument/2006/relationships/slideLayout" Target="../slideLayouts/slideLayout16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9.xml"/><Relationship Id="rId3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8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168.xml"/><Relationship Id="rId16" Type="http://schemas.openxmlformats.org/officeDocument/2006/relationships/theme" Target="../theme/theme15.xml"/><Relationship Id="rId1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7.xml"/><Relationship Id="rId5" Type="http://schemas.openxmlformats.org/officeDocument/2006/relationships/slideLayout" Target="../slideLayouts/slideLayout171.xml"/><Relationship Id="rId15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76.xml"/><Relationship Id="rId4" Type="http://schemas.openxmlformats.org/officeDocument/2006/relationships/slideLayout" Target="../slideLayouts/slideLayout170.xml"/><Relationship Id="rId9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80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9.xml"/><Relationship Id="rId13" Type="http://schemas.openxmlformats.org/officeDocument/2006/relationships/slideLayout" Target="../slideLayouts/slideLayout194.xml"/><Relationship Id="rId3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8.xml"/><Relationship Id="rId12" Type="http://schemas.openxmlformats.org/officeDocument/2006/relationships/slideLayout" Target="../slideLayouts/slideLayout193.xml"/><Relationship Id="rId2" Type="http://schemas.openxmlformats.org/officeDocument/2006/relationships/slideLayout" Target="../slideLayouts/slideLayout18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82.xml"/><Relationship Id="rId6" Type="http://schemas.openxmlformats.org/officeDocument/2006/relationships/slideLayout" Target="../slideLayouts/slideLayout187.xml"/><Relationship Id="rId11" Type="http://schemas.openxmlformats.org/officeDocument/2006/relationships/slideLayout" Target="../slideLayouts/slideLayout192.xml"/><Relationship Id="rId5" Type="http://schemas.openxmlformats.org/officeDocument/2006/relationships/slideLayout" Target="../slideLayouts/slideLayout186.xml"/><Relationship Id="rId15" Type="http://schemas.openxmlformats.org/officeDocument/2006/relationships/theme" Target="../theme/theme16.xml"/><Relationship Id="rId10" Type="http://schemas.openxmlformats.org/officeDocument/2006/relationships/slideLayout" Target="../slideLayouts/slideLayout191.xml"/><Relationship Id="rId4" Type="http://schemas.openxmlformats.org/officeDocument/2006/relationships/slideLayout" Target="../slideLayouts/slideLayout185.xml"/><Relationship Id="rId9" Type="http://schemas.openxmlformats.org/officeDocument/2006/relationships/slideLayout" Target="../slideLayouts/slideLayout190.xml"/><Relationship Id="rId14" Type="http://schemas.openxmlformats.org/officeDocument/2006/relationships/slideLayout" Target="../slideLayouts/slideLayout195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98.xml"/><Relationship Id="rId7" Type="http://schemas.openxmlformats.org/officeDocument/2006/relationships/slideLayout" Target="../slideLayouts/slideLayout202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201.xml"/><Relationship Id="rId11" Type="http://schemas.openxmlformats.org/officeDocument/2006/relationships/slideLayout" Target="../slideLayouts/slideLayout206.xml"/><Relationship Id="rId5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199.xml"/><Relationship Id="rId9" Type="http://schemas.openxmlformats.org/officeDocument/2006/relationships/slideLayout" Target="../slideLayouts/slideLayout204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4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09.xml"/><Relationship Id="rId7" Type="http://schemas.openxmlformats.org/officeDocument/2006/relationships/slideLayout" Target="../slideLayouts/slideLayout213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12.xml"/><Relationship Id="rId11" Type="http://schemas.openxmlformats.org/officeDocument/2006/relationships/slideLayout" Target="../slideLayouts/slideLayout217.xml"/><Relationship Id="rId5" Type="http://schemas.openxmlformats.org/officeDocument/2006/relationships/slideLayout" Target="../slideLayouts/slideLayout211.xml"/><Relationship Id="rId10" Type="http://schemas.openxmlformats.org/officeDocument/2006/relationships/slideLayout" Target="../slideLayouts/slideLayout216.xml"/><Relationship Id="rId4" Type="http://schemas.openxmlformats.org/officeDocument/2006/relationships/slideLayout" Target="../slideLayouts/slideLayout210.xml"/><Relationship Id="rId9" Type="http://schemas.openxmlformats.org/officeDocument/2006/relationships/slideLayout" Target="../slideLayouts/slideLayout215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5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4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8.xml"/><Relationship Id="rId6" Type="http://schemas.openxmlformats.org/officeDocument/2006/relationships/slideLayout" Target="../slideLayouts/slideLayout223.xml"/><Relationship Id="rId11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22.xml"/><Relationship Id="rId10" Type="http://schemas.openxmlformats.org/officeDocument/2006/relationships/slideLayout" Target="../slideLayouts/slideLayout227.xml"/><Relationship Id="rId4" Type="http://schemas.openxmlformats.org/officeDocument/2006/relationships/slideLayout" Target="../slideLayouts/slideLayout221.xml"/><Relationship Id="rId9" Type="http://schemas.openxmlformats.org/officeDocument/2006/relationships/slideLayout" Target="../slideLayouts/slideLayout226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6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231.xml"/><Relationship Id="rId7" Type="http://schemas.openxmlformats.org/officeDocument/2006/relationships/slideLayout" Target="../slideLayouts/slideLayout235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9.xml"/><Relationship Id="rId6" Type="http://schemas.openxmlformats.org/officeDocument/2006/relationships/slideLayout" Target="../slideLayouts/slideLayout234.xml"/><Relationship Id="rId11" Type="http://schemas.openxmlformats.org/officeDocument/2006/relationships/slideLayout" Target="../slideLayouts/slideLayout239.xml"/><Relationship Id="rId5" Type="http://schemas.openxmlformats.org/officeDocument/2006/relationships/slideLayout" Target="../slideLayouts/slideLayout233.xml"/><Relationship Id="rId10" Type="http://schemas.openxmlformats.org/officeDocument/2006/relationships/slideLayout" Target="../slideLayouts/slideLayout238.xml"/><Relationship Id="rId4" Type="http://schemas.openxmlformats.org/officeDocument/2006/relationships/slideLayout" Target="../slideLayouts/slideLayout232.xml"/><Relationship Id="rId9" Type="http://schemas.openxmlformats.org/officeDocument/2006/relationships/slideLayout" Target="../slideLayouts/slideLayout237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42.xml"/><Relationship Id="rId7" Type="http://schemas.openxmlformats.org/officeDocument/2006/relationships/slideLayout" Target="../slideLayouts/slideLayout246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40.xml"/><Relationship Id="rId6" Type="http://schemas.openxmlformats.org/officeDocument/2006/relationships/slideLayout" Target="../slideLayouts/slideLayout245.xml"/><Relationship Id="rId11" Type="http://schemas.openxmlformats.org/officeDocument/2006/relationships/slideLayout" Target="../slideLayouts/slideLayout250.xml"/><Relationship Id="rId5" Type="http://schemas.openxmlformats.org/officeDocument/2006/relationships/slideLayout" Target="../slideLayouts/slideLayout244.xml"/><Relationship Id="rId10" Type="http://schemas.openxmlformats.org/officeDocument/2006/relationships/slideLayout" Target="../slideLayouts/slideLayout249.xml"/><Relationship Id="rId4" Type="http://schemas.openxmlformats.org/officeDocument/2006/relationships/slideLayout" Target="../slideLayouts/slideLayout243.xml"/><Relationship Id="rId9" Type="http://schemas.openxmlformats.org/officeDocument/2006/relationships/slideLayout" Target="../slideLayouts/slideLayout248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8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253.xml"/><Relationship Id="rId7" Type="http://schemas.openxmlformats.org/officeDocument/2006/relationships/slideLayout" Target="../slideLayouts/slideLayout257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51.xml"/><Relationship Id="rId6" Type="http://schemas.openxmlformats.org/officeDocument/2006/relationships/slideLayout" Target="../slideLayouts/slideLayout256.xml"/><Relationship Id="rId11" Type="http://schemas.openxmlformats.org/officeDocument/2006/relationships/slideLayout" Target="../slideLayouts/slideLayout261.xml"/><Relationship Id="rId5" Type="http://schemas.openxmlformats.org/officeDocument/2006/relationships/slideLayout" Target="../slideLayouts/slideLayout255.xml"/><Relationship Id="rId10" Type="http://schemas.openxmlformats.org/officeDocument/2006/relationships/slideLayout" Target="../slideLayouts/slideLayout260.xml"/><Relationship Id="rId4" Type="http://schemas.openxmlformats.org/officeDocument/2006/relationships/slideLayout" Target="../slideLayouts/slideLayout254.xml"/><Relationship Id="rId9" Type="http://schemas.openxmlformats.org/officeDocument/2006/relationships/slideLayout" Target="../slideLayouts/slideLayout2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transition>
    <p:cover dir="r"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</p:sldLayoutIdLst>
  <p:transition>
    <p:cover dir="r"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ransition>
    <p:cover dir="r"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</p:sldLayoutIdLst>
  <p:transition>
    <p:cover dir="r"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11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1E3B6CAF-8177-4A4D-A2F9-CA86E3858F38}" type="slidenum">
              <a:rPr kumimoji="0" 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‹#›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transition spd="slow">
    <p:fade/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11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1E3B6CAF-8177-4A4D-A2F9-CA86E3858F38}" type="slidenum">
              <a:rPr kumimoji="0" 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‹#›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transition spd="slow">
    <p:fade/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59321CB0-E87A-4CB8-BED4-28D3D305165C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2015/12/2</a:t>
            </a:fld>
            <a:endParaRPr kumimoji="0"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F6BD02AC-A17D-47B7-9495-BCBE20CED70F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5795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2000" b="1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0099"/>
        </a:buClr>
        <a:buFont typeface="Wingdings" pitchFamily="2" charset="2"/>
        <a:buChar char="n"/>
        <a:defRPr sz="16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0099"/>
        </a:buClr>
        <a:buFont typeface="Wingdings" pitchFamily="2" charset="2"/>
        <a:buChar char="l"/>
        <a:defRPr sz="14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11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FD5A679B-C8D5-40E8-A78E-BD08E869EB54}" type="datetime1">
              <a:rPr kumimoji="0" lang="zh-CN" alt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2015/12/2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kumimoji="0" lang="en-US" smtClean="0">
                <a:solidFill>
                  <a:srgbClr val="000000"/>
                </a:solidFill>
                <a:cs typeface="Arial" charset="0"/>
              </a:rPr>
              <a:t>Prepared by Kelvin</a:t>
            </a: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1E3B6CAF-8177-4A4D-A2F9-CA86E3858F38}" type="slidenum">
              <a:rPr kumimoji="0" 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‹#›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</p:sldLayoutIdLst>
  <p:transition spd="slow">
    <p:fade/>
  </p:transition>
  <p:timing>
    <p:tnLst>
      <p:par>
        <p:cTn id="1" dur="indefinite" restart="never" nodeType="tmRoot"/>
      </p:par>
    </p:tnLst>
  </p:timing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11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FD5A679B-C8D5-40E8-A78E-BD08E869EB54}" type="datetime1">
              <a:rPr kumimoji="0" lang="zh-CN" alt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2015/12/2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kumimoji="0" lang="en-US" smtClean="0">
                <a:solidFill>
                  <a:srgbClr val="000000"/>
                </a:solidFill>
                <a:cs typeface="Arial" charset="0"/>
              </a:rPr>
              <a:t>Prepared by Kelvin</a:t>
            </a: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1E3B6CAF-8177-4A4D-A2F9-CA86E3858F38}" type="slidenum">
              <a:rPr kumimoji="0" 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‹#›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ransition spd="slow">
    <p:fade/>
  </p:transition>
  <p:timing>
    <p:tnLst>
      <p:par>
        <p:cTn id="1" dur="indefinite" restart="never" nodeType="tmRoot"/>
      </p:par>
    </p:tnLst>
  </p:timing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11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FD5A679B-C8D5-40E8-A78E-BD08E869EB54}" type="datetime1">
              <a:rPr kumimoji="0" lang="zh-CN" alt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2015/12/2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kumimoji="0" lang="en-US" smtClean="0">
                <a:solidFill>
                  <a:srgbClr val="000000"/>
                </a:solidFill>
                <a:cs typeface="Arial" charset="0"/>
              </a:rPr>
              <a:t>Prepared by Kelvin</a:t>
            </a: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1E3B6CAF-8177-4A4D-A2F9-CA86E3858F38}" type="slidenum">
              <a:rPr kumimoji="0" 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‹#›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</p:sldLayoutIdLst>
  <p:transition spd="slow">
    <p:fade/>
  </p:transition>
  <p:timing>
    <p:tnLst>
      <p:par>
        <p:cTn id="1" dur="indefinite" restart="never" nodeType="tmRoot"/>
      </p:par>
    </p:tnLst>
  </p:timing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0"/>
          <p:cNvSpPr txBox="1">
            <a:spLocks noChangeArrowheads="1"/>
          </p:cNvSpPr>
          <p:nvPr/>
        </p:nvSpPr>
        <p:spPr bwMode="auto">
          <a:xfrm>
            <a:off x="5544108" y="4762500"/>
            <a:ext cx="338455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 smtClean="0">
                <a:latin typeface="微软雅黑" pitchFamily="34" charset="-122"/>
                <a:ea typeface="宋体" pitchFamily="2" charset="-122"/>
                <a:cs typeface="Arial Unicode MS" pitchFamily="34" charset="-122"/>
              </a:rPr>
              <a:t>By Claire Chen</a:t>
            </a:r>
          </a:p>
          <a:p>
            <a:pPr algn="ctr">
              <a:spcBef>
                <a:spcPct val="50000"/>
              </a:spcBef>
            </a:pPr>
            <a:r>
              <a:rPr lang="en-US" altLang="zh-CN" sz="2400" dirty="0" smtClean="0">
                <a:latin typeface="微软雅黑" pitchFamily="34" charset="-122"/>
                <a:ea typeface="宋体" pitchFamily="2" charset="-122"/>
                <a:cs typeface="Arial Unicode MS" pitchFamily="34" charset="-122"/>
              </a:rPr>
              <a:t>2015.11.02</a:t>
            </a:r>
            <a:endParaRPr lang="en-US" altLang="zh-CN" sz="2400" dirty="0">
              <a:latin typeface="微软雅黑" pitchFamily="34" charset="-122"/>
              <a:ea typeface="宋体" pitchFamily="2" charset="-122"/>
              <a:cs typeface="Arial Unicode MS" pitchFamily="34" charset="-122"/>
            </a:endParaRPr>
          </a:p>
        </p:txBody>
      </p:sp>
      <p:sp>
        <p:nvSpPr>
          <p:cNvPr id="4" name="Rectangle 29"/>
          <p:cNvSpPr>
            <a:spLocks noGrp="1" noChangeArrowheads="1"/>
          </p:cNvSpPr>
          <p:nvPr>
            <p:ph type="ctrTitle"/>
          </p:nvPr>
        </p:nvSpPr>
        <p:spPr>
          <a:xfrm>
            <a:off x="0" y="2492896"/>
            <a:ext cx="9143999" cy="1692188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方案设计 </a:t>
            </a:r>
            <a: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  <a:t>PPT </a:t>
            </a:r>
            <a:b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  <a:t>P15-096_Man-Speed</a:t>
            </a:r>
            <a:b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  <a:t>(LPC824+UV Sensor Demo Board)</a:t>
            </a:r>
            <a:r>
              <a:rPr lang="en-US" altLang="zh-CN" sz="4000" dirty="0" smtClean="0">
                <a:latin typeface="微软雅黑" pitchFamily="34" charset="-122"/>
                <a:ea typeface="宋体" pitchFamily="2" charset="-122"/>
                <a:cs typeface="Arial Unicode MS" pitchFamily="34" charset="-122"/>
              </a:rPr>
              <a:t/>
            </a:r>
            <a:br>
              <a:rPr lang="en-US" altLang="zh-CN" sz="4000" dirty="0" smtClean="0">
                <a:latin typeface="微软雅黑" pitchFamily="34" charset="-122"/>
                <a:ea typeface="宋体" pitchFamily="2" charset="-122"/>
                <a:cs typeface="Arial Unicode MS" pitchFamily="34" charset="-122"/>
              </a:rPr>
            </a:br>
            <a:endParaRPr lang="en-US" altLang="zh-CN" sz="4000" dirty="0" smtClean="0">
              <a:latin typeface="微软雅黑" pitchFamily="34" charset="-122"/>
              <a:ea typeface="宋体" pitchFamily="2" charset="-122"/>
              <a:cs typeface="Arial Unicode MS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  <a:t>Agenda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03748" y="1600201"/>
            <a:ext cx="5112568" cy="2980928"/>
          </a:xfrm>
        </p:spPr>
        <p:txBody>
          <a:bodyPr/>
          <a:lstStyle/>
          <a:p>
            <a:pPr>
              <a:buNone/>
            </a:pPr>
            <a:r>
              <a:rPr lang="en-US" altLang="zh-CN" sz="2400" b="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1. Version History</a:t>
            </a:r>
          </a:p>
          <a:p>
            <a:pPr>
              <a:buNone/>
            </a:pPr>
            <a:r>
              <a:rPr lang="en-US" altLang="zh-CN" sz="2400" b="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2. Block Diagram</a:t>
            </a:r>
          </a:p>
          <a:p>
            <a:pPr>
              <a:buNone/>
            </a:pPr>
            <a:r>
              <a:rPr lang="en-US" altLang="zh-CN" sz="2400" b="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3. Function Description</a:t>
            </a:r>
            <a:r>
              <a:rPr lang="zh-TW" altLang="en-US" sz="2400" b="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 </a:t>
            </a:r>
            <a:endParaRPr lang="en-US" altLang="zh-TW" sz="2400" b="0" dirty="0" smtClean="0"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  <a:p>
            <a:pPr>
              <a:buNone/>
            </a:pPr>
            <a:r>
              <a:rPr lang="en-US" altLang="zh-CN" sz="2400" b="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4. Schedule</a:t>
            </a:r>
            <a:r>
              <a:rPr lang="zh-TW" altLang="en-US" sz="2400" b="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 </a:t>
            </a:r>
            <a:r>
              <a:rPr lang="en-US" altLang="zh-TW" sz="900" b="1" dirty="0" smtClean="0">
                <a:solidFill>
                  <a:srgbClr val="FFFF00"/>
                </a:solidFill>
                <a:latin typeface="新宋体" pitchFamily="49" charset="-122"/>
                <a:ea typeface="新宋体" pitchFamily="49" charset="-122"/>
              </a:rPr>
              <a:t>	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03548" y="296652"/>
            <a:ext cx="8194365" cy="972108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1. Version History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848" y="1500187"/>
            <a:ext cx="7974065" cy="1892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2015.11.02 - V1.0 </a:t>
            </a:r>
            <a:r>
              <a:rPr kumimoji="0" lang="en-US" altLang="zh-CN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Initial, By Claire Chen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27"/>
          <p:cNvSpPr>
            <a:spLocks noGrp="1"/>
          </p:cNvSpPr>
          <p:nvPr>
            <p:ph type="title"/>
          </p:nvPr>
        </p:nvSpPr>
        <p:spPr>
          <a:xfrm>
            <a:off x="428557" y="512676"/>
            <a:ext cx="8070862" cy="7921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2. Block Diagram</a:t>
            </a:r>
            <a:endParaRPr lang="zh-CN" altLang="en-US" sz="3200" b="1" dirty="0" smtClean="0">
              <a:latin typeface="宋体" charset="-122"/>
              <a:ea typeface="宋体" charset="-122"/>
            </a:endParaRPr>
          </a:p>
        </p:txBody>
      </p:sp>
      <p:sp>
        <p:nvSpPr>
          <p:cNvPr id="4099" name="矩形 29"/>
          <p:cNvSpPr>
            <a:spLocks noChangeArrowheads="1"/>
          </p:cNvSpPr>
          <p:nvPr/>
        </p:nvSpPr>
        <p:spPr bwMode="auto">
          <a:xfrm>
            <a:off x="4139951" y="3681028"/>
            <a:ext cx="2304256" cy="2139475"/>
          </a:xfrm>
          <a:prstGeom prst="rect">
            <a:avLst/>
          </a:prstGeom>
          <a:solidFill>
            <a:srgbClr val="00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en-US" altLang="zh-CN" sz="1600" dirty="0">
              <a:latin typeface="宋体" charset="-122"/>
              <a:ea typeface="宋体" charset="-122"/>
            </a:endParaRPr>
          </a:p>
          <a:p>
            <a:pPr algn="ctr"/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微控制单元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600" dirty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MCU</a:t>
            </a:r>
          </a:p>
          <a:p>
            <a:pPr algn="ctr"/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LPC824M201JHI33</a:t>
            </a:r>
            <a:endParaRPr lang="zh-CN" altLang="en-US" sz="1600" dirty="0"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4100" name="矩形 36"/>
          <p:cNvSpPr>
            <a:spLocks noChangeArrowheads="1"/>
          </p:cNvSpPr>
          <p:nvPr/>
        </p:nvSpPr>
        <p:spPr bwMode="auto">
          <a:xfrm>
            <a:off x="4377395" y="1254803"/>
            <a:ext cx="1881757" cy="1684097"/>
          </a:xfrm>
          <a:prstGeom prst="rect">
            <a:avLst/>
          </a:prstGeom>
          <a:solidFill>
            <a:srgbClr val="00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/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</a:b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微控制单元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/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</a:b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MCU</a:t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</a:b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LPC11U35FHI33</a:t>
            </a:r>
            <a:endParaRPr lang="zh-CN" altLang="en-US" sz="1600" dirty="0"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50" name="矩形 49"/>
          <p:cNvSpPr/>
          <p:nvPr/>
        </p:nvSpPr>
        <p:spPr bwMode="auto">
          <a:xfrm>
            <a:off x="7488324" y="3763418"/>
            <a:ext cx="1449647" cy="213947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显示屏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LCM</a:t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128X64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17" name="矩形 36"/>
          <p:cNvSpPr>
            <a:spLocks noChangeArrowheads="1"/>
          </p:cNvSpPr>
          <p:nvPr/>
        </p:nvSpPr>
        <p:spPr bwMode="auto">
          <a:xfrm>
            <a:off x="1145209" y="3839752"/>
            <a:ext cx="2088231" cy="1980751"/>
          </a:xfrm>
          <a:prstGeom prst="rect">
            <a:avLst/>
          </a:prstGeom>
          <a:solidFill>
            <a:srgbClr val="00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紫外线传感器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UV Sensor</a:t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VEML6075 </a:t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</a:br>
            <a:endParaRPr lang="zh-CN" altLang="en-US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</a:b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2" name="组合 268"/>
          <p:cNvGrpSpPr>
            <a:grpSpLocks/>
          </p:cNvGrpSpPr>
          <p:nvPr/>
        </p:nvGrpSpPr>
        <p:grpSpPr bwMode="auto">
          <a:xfrm>
            <a:off x="313532" y="5972189"/>
            <a:ext cx="1079500" cy="647707"/>
            <a:chOff x="2609456" y="5330396"/>
            <a:chExt cx="882424" cy="377423"/>
          </a:xfrm>
        </p:grpSpPr>
        <p:sp>
          <p:nvSpPr>
            <p:cNvPr id="46" name="矩形 45"/>
            <p:cNvSpPr/>
            <p:nvPr/>
          </p:nvSpPr>
          <p:spPr>
            <a:xfrm>
              <a:off x="2609456" y="5495058"/>
              <a:ext cx="882424" cy="21276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buFont typeface="Arial" pitchFamily="34" charset="0"/>
                <a:buNone/>
                <a:defRPr/>
              </a:pPr>
              <a:r>
                <a:rPr lang="zh-TW" altLang="en-US" sz="1000" dirty="0" smtClean="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  <a:cs typeface="Arial" pitchFamily="34" charset="0"/>
                </a:rPr>
                <a:t>世平暫不提供</a:t>
              </a:r>
              <a:endParaRPr lang="en-US" altLang="zh-CN" sz="1000" dirty="0">
                <a:solidFill>
                  <a:schemeClr val="tx1"/>
                </a:solidFill>
                <a:latin typeface="Arial" pitchFamily="34" charset="0"/>
                <a:ea typeface="微软雅黑" pitchFamily="34" charset="-122"/>
                <a:cs typeface="Arial" pitchFamily="34" charset="0"/>
              </a:endParaRPr>
            </a:p>
            <a:p>
              <a:pPr>
                <a:buFont typeface="Arial" pitchFamily="34" charset="0"/>
                <a:buNone/>
                <a:defRPr/>
              </a:pPr>
              <a:r>
                <a:rPr lang="en-US" altLang="zh-CN" sz="1000" dirty="0" smtClean="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  <a:cs typeface="Arial" pitchFamily="34" charset="0"/>
                </a:rPr>
                <a:t>WPI Can’t offer</a:t>
              </a:r>
              <a:endParaRPr lang="zh-CN" altLang="en-US" sz="1000" dirty="0">
                <a:solidFill>
                  <a:schemeClr val="tx1"/>
                </a:solidFill>
                <a:latin typeface="Arial" pitchFamily="34" charset="0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2609456" y="5330396"/>
              <a:ext cx="882424" cy="182234"/>
            </a:xfrm>
            <a:prstGeom prst="rect">
              <a:avLst/>
            </a:prstGeom>
            <a:solidFill>
              <a:srgbClr val="00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buFont typeface="Arial" pitchFamily="34" charset="0"/>
                <a:buNone/>
                <a:defRPr/>
              </a:pPr>
              <a:r>
                <a:rPr lang="zh-TW" altLang="en-US" sz="1000" dirty="0" smtClean="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  <a:cs typeface="Arial" pitchFamily="34" charset="0"/>
                </a:rPr>
                <a:t>世平提供</a:t>
              </a:r>
              <a:endParaRPr lang="en-US" altLang="zh-CN" dirty="0"/>
            </a:p>
            <a:p>
              <a:pPr>
                <a:buFont typeface="Arial" pitchFamily="34" charset="0"/>
                <a:buNone/>
                <a:defRPr/>
              </a:pPr>
              <a:r>
                <a:rPr lang="en-US" altLang="zh-CN" sz="1000" dirty="0" smtClean="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  <a:cs typeface="Arial" pitchFamily="34" charset="0"/>
                </a:rPr>
                <a:t>WPI offer</a:t>
              </a:r>
              <a:endParaRPr lang="en-US" altLang="zh-CN" sz="1000" dirty="0">
                <a:solidFill>
                  <a:schemeClr val="tx1"/>
                </a:solidFill>
                <a:latin typeface="Arial" pitchFamily="34" charset="0"/>
                <a:ea typeface="微软雅黑" pitchFamily="34" charset="-122"/>
                <a:cs typeface="Arial" pitchFamily="34" charset="0"/>
              </a:endParaRPr>
            </a:p>
          </p:txBody>
        </p:sp>
      </p:grpSp>
      <p:pic>
        <p:nvPicPr>
          <p:cNvPr id="61" name="Picture 17" descr="NX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94596" y="2339168"/>
            <a:ext cx="1469329" cy="42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17" descr="NX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94596" y="5010213"/>
            <a:ext cx="1469329" cy="42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27684" y="5010213"/>
            <a:ext cx="923925" cy="714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右箭头 22"/>
          <p:cNvSpPr/>
          <p:nvPr/>
        </p:nvSpPr>
        <p:spPr>
          <a:xfrm>
            <a:off x="2846884" y="1702897"/>
            <a:ext cx="1530511" cy="636271"/>
          </a:xfrm>
          <a:prstGeom prst="right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USB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下箭头 23"/>
          <p:cNvSpPr/>
          <p:nvPr/>
        </p:nvSpPr>
        <p:spPr>
          <a:xfrm>
            <a:off x="4694596" y="2938900"/>
            <a:ext cx="1469329" cy="742128"/>
          </a:xfrm>
          <a:prstGeom prst="down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SWD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6444207" y="4257092"/>
            <a:ext cx="104411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6444207" y="4520921"/>
            <a:ext cx="104411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50" idx="1"/>
          </p:cNvCxnSpPr>
          <p:nvPr/>
        </p:nvCxnSpPr>
        <p:spPr>
          <a:xfrm>
            <a:off x="6444207" y="4833156"/>
            <a:ext cx="104411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6444207" y="5157192"/>
            <a:ext cx="104411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6444207" y="5440041"/>
            <a:ext cx="104411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 flipH="1">
            <a:off x="3233439" y="4520921"/>
            <a:ext cx="906512" cy="636271"/>
          </a:xfrm>
          <a:prstGeom prst="rightArrow">
            <a:avLst/>
          </a:prstGeom>
          <a:noFill/>
          <a:ln w="6350"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I2C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24228" y="3839752"/>
            <a:ext cx="468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A0</a:t>
            </a:r>
          </a:p>
          <a:p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6624228" y="4257092"/>
            <a:ext cx="1044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RST</a:t>
            </a:r>
            <a:endParaRPr lang="zh-CN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624228" y="4520921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CS</a:t>
            </a:r>
            <a:endParaRPr lang="zh-CN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591206" y="5157192"/>
            <a:ext cx="89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SCLK</a:t>
            </a:r>
            <a:endParaRPr lang="zh-CN" alt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624227" y="4833156"/>
            <a:ext cx="68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SDA</a:t>
            </a:r>
            <a:endParaRPr lang="zh-CN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37697" y="178517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PC </a:t>
            </a:r>
            <a:r>
              <a:rPr lang="zh-CN" altLang="en-US" dirty="0" smtClean="0"/>
              <a:t>端</a:t>
            </a:r>
            <a:endParaRPr lang="zh-CN" altLang="en-US" dirty="0"/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93032" y="1484784"/>
            <a:ext cx="13525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5596" y="1268760"/>
            <a:ext cx="785915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无需外接下载器，通过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LPC11U35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即可下载程序</a:t>
            </a:r>
            <a:r>
              <a:rPr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 startAt="2"/>
              <a:defRPr/>
            </a:pPr>
            <a:r>
              <a:rPr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UV Sensor </a:t>
            </a:r>
            <a:r>
              <a:rPr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采集到的数据通过 </a:t>
            </a:r>
            <a:r>
              <a:rPr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I2C </a:t>
            </a:r>
            <a:r>
              <a:rPr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传送到主控 </a:t>
            </a:r>
            <a:r>
              <a:rPr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MCU</a:t>
            </a:r>
            <a:r>
              <a:rPr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MCU </a:t>
            </a:r>
            <a:r>
              <a:rPr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将数据传送到 </a:t>
            </a:r>
            <a:r>
              <a:rPr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LCM </a:t>
            </a:r>
            <a:r>
              <a:rPr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显示屏上显示出来。</a:t>
            </a:r>
            <a:endParaRPr lang="en-US" altLang="zh-CN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  <a:defRPr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Verdana" panose="020B0604030504040204" pitchFamily="34" charset="0"/>
                <a:sym typeface="Arial" pitchFamily="34" charset="0"/>
              </a:rPr>
              <a:t>兼容  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  <a:cs typeface="Verdana" panose="020B0604030504040204" pitchFamily="34" charset="0"/>
                <a:sym typeface="Arial" pitchFamily="34" charset="0"/>
              </a:rPr>
              <a:t>Arduino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Verdana" panose="020B0604030504040204" pitchFamily="34" charset="0"/>
                <a:sym typeface="Arial" pitchFamily="34" charset="0"/>
              </a:rPr>
              <a:t>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Verdana" panose="020B0604030504040204" pitchFamily="34" charset="0"/>
                <a:sym typeface="Arial" pitchFamily="34" charset="0"/>
              </a:rPr>
              <a:t>接口。</a:t>
            </a:r>
            <a:endParaRPr lang="en-US" altLang="zh-CN" dirty="0" smtClean="0">
              <a:latin typeface="微软雅黑" pitchFamily="34" charset="-122"/>
              <a:ea typeface="微软雅黑" pitchFamily="34" charset="-122"/>
              <a:cs typeface="Verdana" panose="020B0604030504040204" pitchFamily="34" charset="0"/>
              <a:sym typeface="Arial" pitchFamily="34" charset="0"/>
            </a:endParaRPr>
          </a:p>
          <a:p>
            <a:pPr marL="342900" lvl="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600" b="1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600" b="1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600" b="1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04664"/>
            <a:ext cx="9144000" cy="1028700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3. Function Description</a:t>
            </a:r>
            <a:endParaRPr lang="en-US" altLang="zh-CN" sz="3200" dirty="0" smtClean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00100" y="1038986"/>
            <a:ext cx="78203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2015.11.02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- 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2015.11.03      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收集资料，画原理框图</a:t>
            </a:r>
            <a:r>
              <a:rPr lang="zh-CN" altLang="en-US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，完成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方案设计 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kern="0" noProof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2015.11.04 - 2015.11.06      </a:t>
            </a:r>
            <a:r>
              <a:rPr lang="zh-CN" altLang="en-US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PADS </a:t>
            </a:r>
            <a:r>
              <a:rPr lang="zh-CN" altLang="en-US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绘制原理图；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2015.11.07 - 2015.11.17      </a:t>
            </a:r>
            <a:r>
              <a:rPr lang="zh-CN" altLang="en-US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PADS </a:t>
            </a:r>
            <a:r>
              <a:rPr lang="zh-CN" altLang="en-US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完成元件的封装创建，画 </a:t>
            </a:r>
            <a:r>
              <a:rPr lang="en-US" altLang="zh-CN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PCB </a:t>
            </a:r>
            <a:r>
              <a:rPr lang="zh-CN" altLang="en-US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板；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2015.11.18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- 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2015.11.23      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检查 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PCB 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，备料 ，贴纸板，发出洗板；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2015.11.24 - 2015.12.01      </a:t>
            </a:r>
            <a:r>
              <a:rPr lang="zh-CN" altLang="en-US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焊接与调试  </a:t>
            </a:r>
            <a:r>
              <a:rPr lang="en-US" altLang="zh-CN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EVM</a:t>
            </a:r>
            <a:r>
              <a:rPr lang="en-US" altLang="zh-CN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板最小系统；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2015.12.02 - 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2015.12.10      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调试基本功能软件；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2015.12.11 - 2015.12.20      </a:t>
            </a:r>
            <a:r>
              <a:rPr lang="zh-CN" altLang="en-US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完成简易操作手册。</a:t>
            </a:r>
            <a:endParaRPr lang="en-US" altLang="zh-CN" kern="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0648"/>
            <a:ext cx="9143999" cy="980728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4. Schedule</a:t>
            </a:r>
            <a:endParaRPr lang="en-US" altLang="zh-CN" sz="3200" dirty="0" smtClean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9597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主题2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PMingLiU"/>
        <a:cs typeface=""/>
      </a:majorFont>
      <a:minorFont>
        <a:latin typeface="Arial"/>
        <a:ea typeface="PMingLiU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PMingLiU"/>
        <a:cs typeface=""/>
      </a:majorFont>
      <a:minorFont>
        <a:latin typeface="Arial"/>
        <a:ea typeface="PMingLiU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PMingLiU"/>
        <a:cs typeface=""/>
      </a:majorFont>
      <a:minorFont>
        <a:latin typeface="Arial"/>
        <a:ea typeface="PMingLiU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8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9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0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1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PMingLiU"/>
        <a:cs typeface=""/>
      </a:majorFont>
      <a:minorFont>
        <a:latin typeface="Arial"/>
        <a:ea typeface="PMingLiU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2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3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PMingLiU"/>
        <a:cs typeface=""/>
      </a:majorFont>
      <a:minorFont>
        <a:latin typeface="Arial"/>
        <a:ea typeface="PMingLiU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4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15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1_PPT(bg)_WPIg(TW)_011911">
  <a:themeElements>
    <a:clrScheme name="PPT(bg)_WPIg(TW)_01191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(bg)_WPIg(TW)_01191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PPT(bg)_WPIg(TW)_01191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2_PPT(bg)_WPIg(TW)_011911">
  <a:themeElements>
    <a:clrScheme name="PPT(bg)_WPIg(TW)_01191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(bg)_WPIg(TW)_01191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PPT(bg)_WPIg(TW)_01191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2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3_PPT(bg)_WPIg(TW)_011911">
  <a:themeElements>
    <a:clrScheme name="PPT(bg)_WPIg(TW)_01191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(bg)_WPIg(TW)_01191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PPT(bg)_WPIg(TW)_01191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4_PPT(bg)_WPIg(TW)_011911">
  <a:themeElements>
    <a:clrScheme name="PPT(bg)_WPIg(TW)_01191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(bg)_WPIg(TW)_01191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PPT(bg)_WPIg(TW)_01191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5_PPT(bg)_WPIg(TW)_011911">
  <a:themeElements>
    <a:clrScheme name="PPT(bg)_WPIg(TW)_01191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(bg)_WPIg(TW)_01191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PPT(bg)_WPIg(TW)_01191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3050</TotalTime>
  <Words>189</Words>
  <Application>Microsoft Office PowerPoint</Application>
  <PresentationFormat>全屏显示(4:3)</PresentationFormat>
  <Paragraphs>50</Paragraphs>
  <Slides>7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22</vt:i4>
      </vt:variant>
      <vt:variant>
        <vt:lpstr>幻灯片标题</vt:lpstr>
      </vt:variant>
      <vt:variant>
        <vt:i4>7</vt:i4>
      </vt:variant>
    </vt:vector>
  </HeadingPairs>
  <TitlesOfParts>
    <vt:vector size="29" baseType="lpstr">
      <vt:lpstr>主题2</vt:lpstr>
      <vt:lpstr>1_WPG Corp</vt:lpstr>
      <vt:lpstr>2_WPG Corp</vt:lpstr>
      <vt:lpstr>3_WPG Corp</vt:lpstr>
      <vt:lpstr>4_WPG Corp</vt:lpstr>
      <vt:lpstr>5_WPG Corp</vt:lpstr>
      <vt:lpstr>6_WPG Corp</vt:lpstr>
      <vt:lpstr>7_WPG Corp</vt:lpstr>
      <vt:lpstr>8_WPG Corp</vt:lpstr>
      <vt:lpstr>9_WPG Corp</vt:lpstr>
      <vt:lpstr>10_WPG Corp</vt:lpstr>
      <vt:lpstr>11_WPG Corp</vt:lpstr>
      <vt:lpstr>12_WPG Corp</vt:lpstr>
      <vt:lpstr>13_WPG Corp</vt:lpstr>
      <vt:lpstr>14_WPG Corp</vt:lpstr>
      <vt:lpstr>15_WPG Corp</vt:lpstr>
      <vt:lpstr>1_PPT(bg)_WPIg(TW)_011911</vt:lpstr>
      <vt:lpstr>2_PPT(bg)_WPIg(TW)_011911</vt:lpstr>
      <vt:lpstr>2_Office 佈景主題</vt:lpstr>
      <vt:lpstr>3_PPT(bg)_WPIg(TW)_011911</vt:lpstr>
      <vt:lpstr>4_PPT(bg)_WPIg(TW)_011911</vt:lpstr>
      <vt:lpstr>5_PPT(bg)_WPIg(TW)_011911</vt:lpstr>
      <vt:lpstr> 方案设计 PPT  P15-096_Man-Speed (LPC824+UV Sensor Demo Board) </vt:lpstr>
      <vt:lpstr>Agenda</vt:lpstr>
      <vt:lpstr>1. Version History</vt:lpstr>
      <vt:lpstr>2. Block Diagram</vt:lpstr>
      <vt:lpstr>3. Function Description</vt:lpstr>
      <vt:lpstr>4. Schedule</vt:lpstr>
      <vt:lpstr>幻灯片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Yinkai Kong</dc:creator>
  <cp:lastModifiedBy>Claire.Chen</cp:lastModifiedBy>
  <cp:revision>272</cp:revision>
  <dcterms:created xsi:type="dcterms:W3CDTF">2013-07-18T07:33:09Z</dcterms:created>
  <dcterms:modified xsi:type="dcterms:W3CDTF">2015-12-02T02:36:04Z</dcterms:modified>
</cp:coreProperties>
</file>